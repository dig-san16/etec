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CfMxdThbP2uRajuY33tJfgMSc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5730" y="120799"/>
            <a:ext cx="2075713" cy="133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4338" y="328307"/>
            <a:ext cx="1400879" cy="9191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odejs.org/p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Programação Web III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Prof. Ederson Luiz Silva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757170" y="1210613"/>
            <a:ext cx="10515600" cy="5137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realizar a instalação do </a:t>
            </a:r>
            <a:r>
              <a:rPr b="1" lang="pt-BR"/>
              <a:t>Nodes JS.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https://nodejs.org/pt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https://kinsta.com/pt/blog/como-instalar-o-node-js/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o </a:t>
            </a:r>
            <a:r>
              <a:rPr b="1" lang="pt-BR"/>
              <a:t>Angular CLI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npm install -g @angular/cli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TypeScript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npm install -g typescript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Verificando as versões e se tudo foi instalado corretamente no prompt.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Nodes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Node –v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NPM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Npm –v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Angular-cli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Ng --version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nosso primeiro projeto no Angular.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criar uma pasta no documents chamado angular.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Via prompt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utilizar o comando </a:t>
            </a:r>
            <a:r>
              <a:rPr b="1" lang="pt-BR"/>
              <a:t>ng new primeiro-projeto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6" name="Google Shape;11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032" y="1994211"/>
            <a:ext cx="5739875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683027" y="1146686"/>
            <a:ext cx="91705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do Angular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rodar nosso primeiro programa.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Atualizar o arquivo app.componente.html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o arquivo app.componente.ts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Criando um componente no angular.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em app e lá vamos criar um novo diretório e um arquivo.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Meu.primeiro.componente.ts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Dentro do arquivo vamos criar uma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Utilizando a seguinte estrutura do Ecma script.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Class MeuPrimeiroComponent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Posteriormente precisamos informar que essa class pertence ao angular usando @Component({}).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Após informar que essa classe pertence ao angular, vamos importar da biblioteca do angular utilizando o código: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import { Component } from "@angular/core";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utilizar o web componente que consiste em um metadados web customizados.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Selector: ‘meu-primeiro-component’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Standalone: true,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Imports:[],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Posteriormente vamos incluir as informações de template utilizando crase.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Template: 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&lt;h1&gt;Meu primeiro componente com angular 2&lt;/h1&gt;`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projeto deve ficar dessa maneira: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524" y="2517912"/>
            <a:ext cx="9455019" cy="251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Agora vamos incluir o nosso component no arquivo html.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&lt;meu-primeiro-component&gt;&lt;/meu-primeiro-componente&gt;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Porém ainda vai dar erro e não vai aparecer na tela, vamos incluir a informação de export na class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017" y="4796005"/>
            <a:ext cx="5539054" cy="90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incluir a informação que o nosso novo componente existe no módulo.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Em app.componente.ts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Vamos incluir  a importação: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import { MeuPrimeiroComponent } from './meu-primeiro/meu-primeiro.component';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vamos incluir agora no imports.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imports: [RouterOutlet, MeuPrimeiroComponent],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Exercício: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Pessoal agora vamos montar o nosso segundo componente.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2022-02-10T02:47:22Z</dcterms:created>
  <dc:creator>Unifesp</dc:creator>
</cp:coreProperties>
</file>