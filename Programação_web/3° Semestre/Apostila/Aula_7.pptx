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bootstrap@5.3.3" TargetMode="External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Configurar o </a:t>
            </a:r>
            <a:r>
              <a:rPr lang="pt-BR" dirty="0" err="1" smtClean="0"/>
              <a:t>boostrap</a:t>
            </a:r>
            <a:r>
              <a:rPr lang="pt-BR" dirty="0" smtClean="0"/>
              <a:t> no angular.</a:t>
            </a:r>
          </a:p>
          <a:p>
            <a:r>
              <a:rPr lang="pt-BR" dirty="0">
                <a:hlinkClick r:id="rId2"/>
              </a:rPr>
              <a:t>https://getbootstrap.com</a:t>
            </a:r>
            <a:r>
              <a:rPr lang="pt-BR" dirty="0" smtClean="0">
                <a:hlinkClick r:id="rId2"/>
              </a:rPr>
              <a:t>/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 utilizamos </a:t>
            </a:r>
            <a:r>
              <a:rPr lang="pt-BR" dirty="0"/>
              <a:t>o comando </a:t>
            </a:r>
            <a:endParaRPr lang="pt-BR" dirty="0" smtClean="0"/>
          </a:p>
          <a:p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/>
              <a:t>i </a:t>
            </a:r>
            <a:r>
              <a:rPr lang="pt-BR" dirty="0" smtClean="0">
                <a:hlinkClick r:id="rId3"/>
              </a:rPr>
              <a:t>bootstrap@5.3.3</a:t>
            </a:r>
            <a:endParaRPr lang="pt-BR" dirty="0" smtClean="0"/>
          </a:p>
          <a:p>
            <a:r>
              <a:rPr lang="pt-BR" dirty="0" smtClean="0"/>
              <a:t>Dentro de um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51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procurar a pasta </a:t>
            </a:r>
            <a:r>
              <a:rPr lang="pt-BR" dirty="0" err="1" smtClean="0"/>
              <a:t>bootstrap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61" y="2480747"/>
            <a:ext cx="3315163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3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referenciar os arquivos dessa pasta ao angular.</a:t>
            </a:r>
            <a:endParaRPr lang="pt-BR" dirty="0"/>
          </a:p>
          <a:p>
            <a:r>
              <a:rPr lang="pt-BR" dirty="0" smtClean="0"/>
              <a:t>Agora vamos acessar o arquivo </a:t>
            </a:r>
            <a:r>
              <a:rPr lang="pt-BR" dirty="0" err="1" smtClean="0"/>
              <a:t>angular.json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95" y="3109484"/>
            <a:ext cx="3235818" cy="319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agora na linha 27 referenciar o nosso </a:t>
            </a:r>
            <a:r>
              <a:rPr lang="pt-BR" dirty="0" err="1" smtClean="0"/>
              <a:t>botstrap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/>
              <a:t>"</a:t>
            </a:r>
            <a:r>
              <a:rPr lang="pt-BR" dirty="0" err="1"/>
              <a:t>styles</a:t>
            </a:r>
            <a:r>
              <a:rPr lang="pt-BR" dirty="0"/>
              <a:t>": [</a:t>
            </a:r>
          </a:p>
          <a:p>
            <a:r>
              <a:rPr lang="pt-BR" dirty="0"/>
              <a:t>              "</a:t>
            </a:r>
            <a:r>
              <a:rPr lang="pt-BR" dirty="0" err="1"/>
              <a:t>node_modules</a:t>
            </a:r>
            <a:r>
              <a:rPr lang="pt-BR" dirty="0"/>
              <a:t>/</a:t>
            </a:r>
            <a:r>
              <a:rPr lang="pt-BR" dirty="0" err="1"/>
              <a:t>bootstrap</a:t>
            </a:r>
            <a:r>
              <a:rPr lang="pt-BR" dirty="0"/>
              <a:t>/</a:t>
            </a:r>
            <a:r>
              <a:rPr lang="pt-BR" dirty="0" err="1"/>
              <a:t>dist</a:t>
            </a:r>
            <a:r>
              <a:rPr lang="pt-BR" dirty="0"/>
              <a:t>/</a:t>
            </a:r>
            <a:r>
              <a:rPr lang="pt-BR" dirty="0" err="1"/>
              <a:t>css</a:t>
            </a:r>
            <a:r>
              <a:rPr lang="pt-BR" dirty="0"/>
              <a:t>/bootstrap.min.css",</a:t>
            </a:r>
          </a:p>
          <a:p>
            <a:r>
              <a:rPr lang="pt-BR" dirty="0"/>
              <a:t>              "</a:t>
            </a:r>
            <a:r>
              <a:rPr lang="pt-BR" dirty="0" err="1"/>
              <a:t>src</a:t>
            </a:r>
            <a:r>
              <a:rPr lang="pt-BR" dirty="0"/>
              <a:t>/styles.css"</a:t>
            </a:r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78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referenciar o JS para utilizar no angular.</a:t>
            </a:r>
          </a:p>
          <a:p>
            <a:r>
              <a:rPr lang="pt-BR" dirty="0"/>
              <a:t>     "scripts": [</a:t>
            </a:r>
          </a:p>
          <a:p>
            <a:r>
              <a:rPr lang="pt-BR" dirty="0"/>
              <a:t>              "</a:t>
            </a:r>
            <a:r>
              <a:rPr lang="pt-BR" dirty="0" err="1"/>
              <a:t>node_modules</a:t>
            </a:r>
            <a:r>
              <a:rPr lang="pt-BR" dirty="0"/>
              <a:t>/</a:t>
            </a:r>
            <a:r>
              <a:rPr lang="pt-BR" dirty="0" err="1"/>
              <a:t>bootstrap</a:t>
            </a:r>
            <a:r>
              <a:rPr lang="pt-BR" dirty="0"/>
              <a:t>/</a:t>
            </a:r>
            <a:r>
              <a:rPr lang="pt-BR" dirty="0" err="1"/>
              <a:t>dist</a:t>
            </a:r>
            <a:r>
              <a:rPr lang="pt-BR" dirty="0"/>
              <a:t>/</a:t>
            </a:r>
            <a:r>
              <a:rPr lang="pt-BR" dirty="0" err="1"/>
              <a:t>js</a:t>
            </a:r>
            <a:r>
              <a:rPr lang="pt-BR" dirty="0"/>
              <a:t>/bootstrap.min.js"</a:t>
            </a:r>
          </a:p>
          <a:p>
            <a:r>
              <a:rPr lang="pt-BR" dirty="0"/>
              <a:t>            ],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12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verificar se existe alguma diferença no nosso modelo.</a:t>
            </a:r>
            <a:endParaRPr lang="pt-BR" dirty="0"/>
          </a:p>
          <a:p>
            <a:r>
              <a:rPr lang="pt-BR" dirty="0" smtClean="0"/>
              <a:t>E vamos testar se o </a:t>
            </a:r>
            <a:r>
              <a:rPr lang="pt-BR" dirty="0" err="1" smtClean="0"/>
              <a:t>bootstrap</a:t>
            </a:r>
            <a:r>
              <a:rPr lang="pt-BR" dirty="0" smtClean="0"/>
              <a:t> está realmente funcionado.</a:t>
            </a:r>
          </a:p>
          <a:p>
            <a:r>
              <a:rPr lang="pt-BR" dirty="0" smtClean="0"/>
              <a:t>Vamos no nosso site </a:t>
            </a:r>
            <a:r>
              <a:rPr lang="pt-BR" dirty="0" err="1" smtClean="0"/>
              <a:t>getbootstrap</a:t>
            </a:r>
            <a:r>
              <a:rPr lang="pt-BR" dirty="0" smtClean="0"/>
              <a:t> e em modal.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510" y="3533947"/>
            <a:ext cx="7364063" cy="295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0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o nosso botão deve ficar com essa carinha:</a:t>
            </a:r>
          </a:p>
          <a:p>
            <a:endParaRPr lang="pt-BR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521" y="2476771"/>
            <a:ext cx="4226175" cy="387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3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trabalhar com </a:t>
            </a:r>
            <a:r>
              <a:rPr lang="pt-BR" dirty="0" err="1" smtClean="0"/>
              <a:t>Forms</a:t>
            </a:r>
            <a:r>
              <a:rPr lang="pt-BR" dirty="0" smtClean="0"/>
              <a:t> Module.</a:t>
            </a:r>
          </a:p>
          <a:p>
            <a:r>
              <a:rPr lang="pt-BR" dirty="0" smtClean="0"/>
              <a:t>Vamos criar um novo componente e depois vamos importar o formulário em </a:t>
            </a:r>
            <a:r>
              <a:rPr lang="pt-BR" dirty="0" err="1" smtClean="0"/>
              <a:t>imports</a:t>
            </a:r>
            <a:r>
              <a:rPr lang="pt-BR" dirty="0" smtClean="0"/>
              <a:t>[].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23" y="3209957"/>
            <a:ext cx="6686316" cy="301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8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</a:t>
            </a:r>
            <a:r>
              <a:rPr lang="pt-BR" dirty="0" err="1" smtClean="0"/>
              <a:t>export</a:t>
            </a:r>
            <a:r>
              <a:rPr lang="pt-BR" dirty="0" smtClean="0"/>
              <a:t> inserir uma </a:t>
            </a:r>
            <a:r>
              <a:rPr lang="pt-BR" dirty="0" err="1" smtClean="0"/>
              <a:t>string</a:t>
            </a:r>
            <a:endParaRPr lang="pt-BR" dirty="0" smtClean="0"/>
          </a:p>
          <a:p>
            <a:r>
              <a:rPr lang="pt-BR" dirty="0" err="1" smtClean="0"/>
              <a:t>nome:string</a:t>
            </a:r>
            <a:r>
              <a:rPr lang="pt-BR" dirty="0" smtClean="0"/>
              <a:t> = ‘’;</a:t>
            </a:r>
          </a:p>
          <a:p>
            <a:r>
              <a:rPr lang="pt-BR" dirty="0" smtClean="0"/>
              <a:t>Agora vamos em nosso </a:t>
            </a:r>
            <a:r>
              <a:rPr lang="pt-BR" dirty="0" err="1" smtClean="0"/>
              <a:t>html</a:t>
            </a:r>
            <a:r>
              <a:rPr lang="pt-BR" dirty="0" smtClean="0"/>
              <a:t> para inserir esse campo.</a:t>
            </a:r>
          </a:p>
          <a:p>
            <a:r>
              <a:rPr lang="pt-BR" dirty="0"/>
              <a:t>&lt;h1&gt;{{nome}}&lt;/h1&gt;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&lt;input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 [(</a:t>
            </a:r>
            <a:r>
              <a:rPr lang="pt-BR" dirty="0" err="1"/>
              <a:t>ngModel</a:t>
            </a:r>
            <a:r>
              <a:rPr lang="pt-BR" dirty="0"/>
              <a:t>)]="nome</a:t>
            </a:r>
            <a:r>
              <a:rPr lang="pt-BR" dirty="0" smtClean="0"/>
              <a:t>"&gt;</a:t>
            </a:r>
          </a:p>
          <a:p>
            <a:r>
              <a:rPr lang="pt-BR" dirty="0" smtClean="0"/>
              <a:t>Vamos verificar o resultado.</a:t>
            </a:r>
            <a:endParaRPr lang="pt-BR" dirty="0"/>
          </a:p>
          <a:p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14781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Vamos inserir uma variável cidade no nosso </a:t>
            </a:r>
            <a:r>
              <a:rPr lang="pt-BR" dirty="0" err="1" smtClean="0"/>
              <a:t>ts</a:t>
            </a:r>
            <a:r>
              <a:rPr lang="pt-BR" dirty="0" smtClean="0"/>
              <a:t>.</a:t>
            </a:r>
          </a:p>
          <a:p>
            <a:r>
              <a:rPr lang="pt-BR" dirty="0" smtClean="0"/>
              <a:t>E vamos trabalhar no </a:t>
            </a:r>
            <a:r>
              <a:rPr lang="pt-BR" dirty="0" err="1" smtClean="0"/>
              <a:t>html</a:t>
            </a:r>
            <a:r>
              <a:rPr lang="pt-BR" dirty="0" smtClean="0"/>
              <a:t> com outras informações.</a:t>
            </a:r>
          </a:p>
          <a:p>
            <a:r>
              <a:rPr lang="pt-BR" dirty="0"/>
              <a:t>&lt;h1&gt;{{nome}}&lt;/h1&gt;</a:t>
            </a:r>
          </a:p>
          <a:p>
            <a:r>
              <a:rPr lang="pt-BR" dirty="0"/>
              <a:t>&lt;h1&gt;{{cidade}}&lt;/h1&gt;</a:t>
            </a:r>
          </a:p>
          <a:p>
            <a:r>
              <a:rPr lang="pt-BR" dirty="0"/>
              <a:t>&lt;</a:t>
            </a:r>
            <a:r>
              <a:rPr lang="pt-BR" dirty="0" err="1"/>
              <a:t>form</a:t>
            </a:r>
            <a:r>
              <a:rPr lang="pt-BR" dirty="0"/>
              <a:t>&gt;</a:t>
            </a:r>
          </a:p>
          <a:p>
            <a:r>
              <a:rPr lang="pt-BR" dirty="0"/>
              <a:t>    &lt;input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 [(</a:t>
            </a:r>
            <a:r>
              <a:rPr lang="pt-BR" dirty="0" err="1"/>
              <a:t>ngModel</a:t>
            </a:r>
            <a:r>
              <a:rPr lang="pt-BR" dirty="0"/>
              <a:t>)]="nome" </a:t>
            </a:r>
            <a:r>
              <a:rPr lang="pt-BR" dirty="0" err="1"/>
              <a:t>placeholder</a:t>
            </a:r>
            <a:r>
              <a:rPr lang="pt-BR" dirty="0"/>
              <a:t>="Nome"&gt;</a:t>
            </a:r>
          </a:p>
          <a:p>
            <a:r>
              <a:rPr lang="pt-BR" dirty="0"/>
              <a:t>    &lt;input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 [(</a:t>
            </a:r>
            <a:r>
              <a:rPr lang="pt-BR" dirty="0" err="1"/>
              <a:t>ngModel</a:t>
            </a:r>
            <a:r>
              <a:rPr lang="pt-BR" dirty="0"/>
              <a:t>)]="cidade" </a:t>
            </a:r>
            <a:r>
              <a:rPr lang="pt-BR" dirty="0" err="1"/>
              <a:t>placeholder</a:t>
            </a:r>
            <a:r>
              <a:rPr lang="pt-BR" dirty="0"/>
              <a:t>="Cidade"&gt;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&lt;/</a:t>
            </a:r>
            <a:r>
              <a:rPr lang="pt-BR" dirty="0" err="1"/>
              <a:t>form</a:t>
            </a:r>
            <a:r>
              <a:rPr lang="pt-BR" dirty="0"/>
              <a:t>&gt;</a:t>
            </a:r>
          </a:p>
          <a:p>
            <a:r>
              <a:rPr lang="pt-BR" dirty="0"/>
              <a:t/>
            </a:r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2734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Agora para a informação aparecer vamos inserir </a:t>
            </a:r>
            <a:r>
              <a:rPr lang="pt-BR" dirty="0" err="1" smtClean="0"/>
              <a:t>name</a:t>
            </a:r>
            <a:r>
              <a:rPr lang="pt-BR" dirty="0" smtClean="0"/>
              <a:t>=“”</a:t>
            </a:r>
          </a:p>
          <a:p>
            <a:endParaRPr lang="pt-BR" dirty="0"/>
          </a:p>
          <a:p>
            <a:r>
              <a:rPr lang="pt-BR" dirty="0"/>
              <a:t>&lt;h1&gt;{{nome}}&lt;/h1&gt;</a:t>
            </a:r>
          </a:p>
          <a:p>
            <a:r>
              <a:rPr lang="pt-BR" dirty="0"/>
              <a:t>&lt;h1&gt;{{cidade}}&lt;/h1&gt;</a:t>
            </a:r>
          </a:p>
          <a:p>
            <a:r>
              <a:rPr lang="pt-BR" dirty="0"/>
              <a:t>&lt;</a:t>
            </a:r>
            <a:r>
              <a:rPr lang="pt-BR" dirty="0" err="1"/>
              <a:t>form</a:t>
            </a:r>
            <a:r>
              <a:rPr lang="pt-BR" dirty="0"/>
              <a:t>&gt;</a:t>
            </a:r>
          </a:p>
          <a:p>
            <a:r>
              <a:rPr lang="pt-BR" dirty="0"/>
              <a:t>    &lt;input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 </a:t>
            </a:r>
            <a:r>
              <a:rPr lang="pt-BR" dirty="0" err="1"/>
              <a:t>name</a:t>
            </a:r>
            <a:r>
              <a:rPr lang="pt-BR" dirty="0"/>
              <a:t>="nome"[(</a:t>
            </a:r>
            <a:r>
              <a:rPr lang="pt-BR" dirty="0" err="1"/>
              <a:t>ngModel</a:t>
            </a:r>
            <a:r>
              <a:rPr lang="pt-BR" dirty="0"/>
              <a:t>)]="nome" </a:t>
            </a:r>
            <a:r>
              <a:rPr lang="pt-BR" dirty="0" err="1"/>
              <a:t>placeholder</a:t>
            </a:r>
            <a:r>
              <a:rPr lang="pt-BR" dirty="0"/>
              <a:t>="Nome"&gt;</a:t>
            </a:r>
          </a:p>
          <a:p>
            <a:r>
              <a:rPr lang="pt-BR" dirty="0"/>
              <a:t>    &lt;input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 </a:t>
            </a:r>
            <a:r>
              <a:rPr lang="pt-BR" dirty="0" err="1"/>
              <a:t>name</a:t>
            </a:r>
            <a:r>
              <a:rPr lang="pt-BR" dirty="0"/>
              <a:t>="cidade"[(</a:t>
            </a:r>
            <a:r>
              <a:rPr lang="pt-BR" dirty="0" err="1"/>
              <a:t>ngModel</a:t>
            </a:r>
            <a:r>
              <a:rPr lang="pt-BR" dirty="0"/>
              <a:t>)]="cidade" </a:t>
            </a:r>
            <a:r>
              <a:rPr lang="pt-BR" dirty="0" err="1"/>
              <a:t>placeholder</a:t>
            </a:r>
            <a:r>
              <a:rPr lang="pt-BR" dirty="0"/>
              <a:t>="Cidade"&gt;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&lt;/</a:t>
            </a:r>
            <a:r>
              <a:rPr lang="pt-BR" dirty="0" err="1"/>
              <a:t>form</a:t>
            </a:r>
            <a:r>
              <a:rPr lang="pt-BR" dirty="0"/>
              <a:t>&gt;</a:t>
            </a:r>
          </a:p>
          <a:p>
            <a:r>
              <a:rPr lang="pt-BR"/>
              <a:t/>
            </a:r>
            <a:br>
              <a:rPr lang="pt-BR"/>
            </a:br>
            <a:endParaRPr lang="pt-BR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4875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226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89</cp:revision>
  <dcterms:created xsi:type="dcterms:W3CDTF">2022-02-10T02:47:22Z</dcterms:created>
  <dcterms:modified xsi:type="dcterms:W3CDTF">2024-09-02T20:06:18Z</dcterms:modified>
</cp:coreProperties>
</file>