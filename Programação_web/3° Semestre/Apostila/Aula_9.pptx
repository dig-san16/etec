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7Zlb2wMeuxzjuCgf2m8ffA+FM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6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85730" y="120799"/>
            <a:ext cx="2075713" cy="133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4338" y="328307"/>
            <a:ext cx="1400879" cy="91912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Programação Web III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Prof. Ederson Luiz Silva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criar uma tabela para mostrar os nossos dados.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805" y="2351063"/>
            <a:ext cx="4705117" cy="4234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incluir a class table.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agora vamos implementar o nosso formulário reativo.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1266" y="2886761"/>
            <a:ext cx="6103785" cy="3290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o nosso import têm que estar dessa maneira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08" y="2893324"/>
            <a:ext cx="8896209" cy="645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no nosso formulário no html e vamos inserir as informações: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formGroup = “formulário”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os nossos formsControlName = “Campos”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557" y="3217769"/>
            <a:ext cx="6032469" cy="691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896" y="5012720"/>
            <a:ext cx="10828904" cy="1335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verificar se o nosso formulário está funcionando: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1966" y="2937356"/>
            <a:ext cx="6319467" cy="177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4" name="Google Shape;134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66272"/>
            <a:ext cx="10515600" cy="4070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Validators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colocar um validador de informações e um para a numeração mínima de caracteres.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325777"/>
            <a:ext cx="10598029" cy="2200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criar um modelo.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criar uma pasta modelo e um arquivo chamado pessoa.ts abaixo de app.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2888" y="3603638"/>
            <a:ext cx="6126965" cy="25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apagar as informações que já verificamos que o formulário está funcionando.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vamos inserir os comentários no nosso programa.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5" name="Google Shape;1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874" y="3498574"/>
            <a:ext cx="10307923" cy="219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realizar as validações do nosso formulário: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@if (formulário.get(‘nome’).hasError(‘required’) Para verificar o preenchimento do formulário e o &amp;&amp; formulário.get(‘nome’).touched para verificar após o campo ser ou não preenchido.</a:t>
            </a:r>
            <a:endParaRPr/>
          </a:p>
        </p:txBody>
      </p:sp>
      <p:pic>
        <p:nvPicPr>
          <p:cNvPr id="162" name="Google Shape;1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812" y="3631095"/>
            <a:ext cx="9854316" cy="225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fazer o mesmo na idade.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9" name="Google Shape;1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043" y="2624406"/>
            <a:ext cx="10694757" cy="3127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421682" y="-92221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utilizar o disabled no botão cadastrar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testar o botão disabled = false e true para testar.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testar o nosso disabled dinâmico e deixar o botão habilitado se todos os nossos campos estiver habilitados.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[disabled]=‘formulário.invalid’</a:t>
            </a:r>
            <a:endParaRPr/>
          </a:p>
        </p:txBody>
      </p:sp>
      <p:pic>
        <p:nvPicPr>
          <p:cNvPr id="176" name="Google Shape;1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703050"/>
            <a:ext cx="9682540" cy="412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2022-02-10T02:47:22Z</dcterms:created>
  <dc:creator>Unifesp</dc:creator>
</cp:coreProperties>
</file>