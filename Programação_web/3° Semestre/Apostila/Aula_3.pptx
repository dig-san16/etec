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1" r:id="rId13"/>
    <p:sldId id="267" r:id="rId14"/>
    <p:sldId id="268" r:id="rId15"/>
    <p:sldId id="269" r:id="rId16"/>
    <p:sldId id="270" r:id="rId1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89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8718D-9FD5-4C09-94C0-5E1E70133E71}" type="datetimeFigureOut">
              <a:rPr lang="pt-BR" smtClean="0"/>
              <a:pPr/>
              <a:t>24/02/2026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E76F-14AA-4092-A491-672772E2BE1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27354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dirty="0"/>
              <a:t>Banco de Dados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8718D-9FD5-4C09-94C0-5E1E70133E71}" type="datetimeFigureOut">
              <a:rPr lang="pt-BR" smtClean="0"/>
              <a:pPr/>
              <a:t>24/02/2026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E76F-14AA-4092-A491-672772E2BE1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58608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8718D-9FD5-4C09-94C0-5E1E70133E71}" type="datetimeFigureOut">
              <a:rPr lang="pt-BR" smtClean="0"/>
              <a:pPr/>
              <a:t>24/02/2026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E76F-14AA-4092-A491-672772E2BE1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498514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8718D-9FD5-4C09-94C0-5E1E70133E71}" type="datetimeFigureOut">
              <a:rPr lang="pt-BR" smtClean="0"/>
              <a:pPr/>
              <a:t>24/02/2026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E76F-14AA-4092-A491-672772E2BE1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14751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8718D-9FD5-4C09-94C0-5E1E70133E71}" type="datetimeFigureOut">
              <a:rPr lang="pt-BR" smtClean="0"/>
              <a:pPr/>
              <a:t>24/02/2026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E76F-14AA-4092-A491-672772E2BE1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087216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8718D-9FD5-4C09-94C0-5E1E70133E71}" type="datetimeFigureOut">
              <a:rPr lang="pt-BR" smtClean="0"/>
              <a:pPr/>
              <a:t>24/02/2026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E76F-14AA-4092-A491-672772E2BE1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790544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8718D-9FD5-4C09-94C0-5E1E70133E71}" type="datetimeFigureOut">
              <a:rPr lang="pt-BR" smtClean="0"/>
              <a:pPr/>
              <a:t>24/02/2026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E76F-14AA-4092-A491-672772E2BE1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770833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8718D-9FD5-4C09-94C0-5E1E70133E71}" type="datetimeFigureOut">
              <a:rPr lang="pt-BR" smtClean="0"/>
              <a:pPr/>
              <a:t>24/02/2026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E76F-14AA-4092-A491-672772E2BE1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459125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8718D-9FD5-4C09-94C0-5E1E70133E71}" type="datetimeFigureOut">
              <a:rPr lang="pt-BR" smtClean="0"/>
              <a:pPr/>
              <a:t>24/02/2026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E76F-14AA-4092-A491-672772E2BE1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299335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8718D-9FD5-4C09-94C0-5E1E70133E71}" type="datetimeFigureOut">
              <a:rPr lang="pt-BR" smtClean="0"/>
              <a:pPr/>
              <a:t>24/02/2026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E76F-14AA-4092-A491-672772E2BE1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031817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8718D-9FD5-4C09-94C0-5E1E70133E71}" type="datetimeFigureOut">
              <a:rPr lang="pt-BR" smtClean="0"/>
              <a:pPr/>
              <a:t>24/02/2026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E76F-14AA-4092-A491-672772E2BE1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156189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dirty="0"/>
              <a:t>Banco de dados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8718D-9FD5-4C09-94C0-5E1E70133E71}" type="datetimeFigureOut">
              <a:rPr lang="pt-BR" smtClean="0"/>
              <a:pPr/>
              <a:t>24/02/2026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E76F-14AA-4092-A491-672772E2BE1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359517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353541" cy="8454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dirty="0"/>
              <a:t>Banco de dados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B8718D-9FD5-4C09-94C0-5E1E70133E71}" type="datetimeFigureOut">
              <a:rPr lang="pt-BR" smtClean="0"/>
              <a:pPr/>
              <a:t>24/02/2026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14E76F-14AA-4092-A491-672772E2BE1F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7" name="Imagem 6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5730" y="120799"/>
            <a:ext cx="2075713" cy="1334139"/>
          </a:xfrm>
          <a:prstGeom prst="rect">
            <a:avLst/>
          </a:prstGeom>
        </p:spPr>
      </p:pic>
      <p:pic>
        <p:nvPicPr>
          <p:cNvPr id="8" name="Imagem 7"/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338" y="328307"/>
            <a:ext cx="1400879" cy="919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61898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b="1" kern="1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Programação Web III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b="1" dirty="0"/>
              <a:t>Prof. Ederson Luiz Silva</a:t>
            </a:r>
          </a:p>
        </p:txBody>
      </p:sp>
    </p:spTree>
    <p:extLst>
      <p:ext uri="{BB962C8B-B14F-4D97-AF65-F5344CB8AC3E}">
        <p14:creationId xmlns:p14="http://schemas.microsoft.com/office/powerpoint/2010/main" val="37749676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err="1"/>
              <a:t>Componentização</a:t>
            </a:r>
            <a:r>
              <a:rPr lang="pt-BR" dirty="0"/>
              <a:t>:</a:t>
            </a:r>
          </a:p>
          <a:p>
            <a:r>
              <a:rPr lang="pt-BR" dirty="0" err="1"/>
              <a:t>Componentização</a:t>
            </a:r>
            <a:r>
              <a:rPr lang="pt-BR" dirty="0"/>
              <a:t> é uma unidade do sistema que pode ser conectada com outras unidades para formar um sistema de maior tamanho. No </a:t>
            </a:r>
            <a:r>
              <a:rPr lang="pt-BR" i="1" dirty="0" err="1"/>
              <a:t>frontend</a:t>
            </a:r>
            <a:r>
              <a:rPr lang="pt-BR" dirty="0"/>
              <a:t> em geral chamamos essas unidades de </a:t>
            </a:r>
            <a:r>
              <a:rPr lang="pt-BR" b="1" dirty="0"/>
              <a:t>componentes,</a:t>
            </a:r>
            <a:r>
              <a:rPr lang="pt-BR" dirty="0"/>
              <a:t> ou seja, quando estamos criando um componente no nosso projeto Angular estamos criando apenas um elemento que vai se unir a outros componentes e forma no final um página do sistema.</a:t>
            </a:r>
          </a:p>
        </p:txBody>
      </p:sp>
    </p:spTree>
    <p:extLst>
      <p:ext uri="{BB962C8B-B14F-4D97-AF65-F5344CB8AC3E}">
        <p14:creationId xmlns:p14="http://schemas.microsoft.com/office/powerpoint/2010/main" val="42158579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err="1"/>
              <a:t>Bindings</a:t>
            </a:r>
            <a:endParaRPr lang="pt-BR" dirty="0"/>
          </a:p>
          <a:p>
            <a:r>
              <a:rPr lang="pt-BR" dirty="0"/>
              <a:t>Os </a:t>
            </a:r>
            <a:r>
              <a:rPr lang="pt-BR" i="1" dirty="0" err="1"/>
              <a:t>bindings</a:t>
            </a:r>
            <a:r>
              <a:rPr lang="pt-BR" dirty="0"/>
              <a:t> são uma das principais características do Angular. Esse termo é usado para definir a associação de dados da framework. Essa associação é chamada de </a:t>
            </a:r>
            <a:r>
              <a:rPr lang="pt-BR" b="1" dirty="0" err="1"/>
              <a:t>two-way</a:t>
            </a:r>
            <a:r>
              <a:rPr lang="pt-BR" b="1" dirty="0"/>
              <a:t> data </a:t>
            </a:r>
            <a:r>
              <a:rPr lang="pt-BR" b="1" dirty="0" err="1"/>
              <a:t>binding</a:t>
            </a:r>
            <a:r>
              <a:rPr lang="pt-BR" b="1" dirty="0"/>
              <a:t> </a:t>
            </a:r>
            <a:r>
              <a:rPr lang="pt-BR" dirty="0"/>
              <a:t>porque ela é bidirecional, ou seja, do </a:t>
            </a:r>
            <a:r>
              <a:rPr lang="pt-BR" i="1" dirty="0" err="1"/>
              <a:t>TypeScript</a:t>
            </a:r>
            <a:r>
              <a:rPr lang="pt-BR" i="1" dirty="0"/>
              <a:t> </a:t>
            </a:r>
            <a:r>
              <a:rPr lang="pt-BR" dirty="0"/>
              <a:t>para o HTML ou vice versa.</a:t>
            </a:r>
          </a:p>
          <a:p>
            <a:r>
              <a:rPr lang="pt-BR" dirty="0"/>
              <a:t>A ideia principal do </a:t>
            </a:r>
            <a:r>
              <a:rPr lang="pt-BR" i="1" dirty="0" err="1"/>
              <a:t>two-way</a:t>
            </a:r>
            <a:r>
              <a:rPr lang="pt-BR" i="1" dirty="0"/>
              <a:t> data </a:t>
            </a:r>
            <a:r>
              <a:rPr lang="pt-BR" i="1" dirty="0" err="1"/>
              <a:t>binding</a:t>
            </a:r>
            <a:r>
              <a:rPr lang="pt-BR" dirty="0"/>
              <a:t> é automatizar o fluxo de dados, facilitando a nossa vida, evitando que a gente precise criara </a:t>
            </a:r>
            <a:r>
              <a:rPr lang="pt-BR" i="1" dirty="0" err="1"/>
              <a:t>handles</a:t>
            </a:r>
            <a:r>
              <a:rPr lang="pt-BR" i="1" dirty="0"/>
              <a:t> </a:t>
            </a:r>
            <a:r>
              <a:rPr lang="pt-BR" dirty="0"/>
              <a:t>para controlar isso</a:t>
            </a:r>
            <a:r>
              <a:rPr lang="pt-BR" i="1" dirty="0"/>
              <a:t>.</a:t>
            </a:r>
            <a:endParaRPr lang="pt-BR" dirty="0"/>
          </a:p>
          <a:p>
            <a:r>
              <a:rPr lang="pt-BR" b="1" dirty="0" err="1"/>
              <a:t>Handles</a:t>
            </a:r>
            <a:r>
              <a:rPr lang="pt-BR" b="1" dirty="0"/>
              <a:t>: Pode se dizer que é uma alça ou um referência.</a:t>
            </a:r>
          </a:p>
        </p:txBody>
      </p:sp>
    </p:spTree>
    <p:extLst>
      <p:ext uri="{BB962C8B-B14F-4D97-AF65-F5344CB8AC3E}">
        <p14:creationId xmlns:p14="http://schemas.microsoft.com/office/powerpoint/2010/main" val="20178970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/>
              <a:t>Roteamento:</a:t>
            </a:r>
          </a:p>
          <a:p>
            <a:r>
              <a:rPr lang="pt-BR" dirty="0"/>
              <a:t>Os usuários executam as tarefas do aplicativo, eles precisam se mover entre as diferentes visualizações que você definiu e a aplicação precisa carrega-las. No Angular para isso utilizamos o </a:t>
            </a:r>
            <a:r>
              <a:rPr lang="pt-BR" b="1" dirty="0" err="1"/>
              <a:t>Router</a:t>
            </a:r>
            <a:r>
              <a:rPr lang="pt-BR" dirty="0"/>
              <a:t> que é um serviço que nos fornece recursos de manipulação de URL e navegação. O que o </a:t>
            </a:r>
            <a:r>
              <a:rPr lang="pt-BR" dirty="0" err="1"/>
              <a:t>Router</a:t>
            </a:r>
            <a:r>
              <a:rPr lang="pt-BR" dirty="0"/>
              <a:t> faz é interpretar a URL do navegador como uma instrução para alterar a visualização da aplicação.</a:t>
            </a:r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16943384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91886"/>
            <a:ext cx="10515600" cy="4351338"/>
          </a:xfrm>
        </p:spPr>
        <p:txBody>
          <a:bodyPr/>
          <a:lstStyle/>
          <a:p>
            <a:r>
              <a:rPr lang="pt-BR" b="1" dirty="0"/>
              <a:t>Services:</a:t>
            </a:r>
          </a:p>
          <a:p>
            <a:r>
              <a:rPr lang="pt-BR" dirty="0"/>
              <a:t>Os</a:t>
            </a:r>
            <a:r>
              <a:rPr lang="pt-BR" i="1" dirty="0"/>
              <a:t> </a:t>
            </a:r>
            <a:r>
              <a:rPr lang="pt-BR" dirty="0"/>
              <a:t>serviços no Angular normalmente são classes que tem como objetivo organizar e compartilhar métodos, recursos e dados entre componentes e serviços do projeto.</a:t>
            </a:r>
          </a:p>
          <a:p>
            <a:endParaRPr lang="pt-BR" b="1" dirty="0"/>
          </a:p>
          <a:p>
            <a:r>
              <a:rPr lang="pt-BR" dirty="0"/>
              <a:t>Um serviço deve ficar responsável por toda a parte “pesada” enquanto o componente fica responsável apenas pela parte de visualização.</a:t>
            </a:r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26169786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199" y="1361799"/>
            <a:ext cx="10850218" cy="5131766"/>
          </a:xfrm>
        </p:spPr>
        <p:txBody>
          <a:bodyPr>
            <a:normAutofit fontScale="92500" lnSpcReduction="20000"/>
          </a:bodyPr>
          <a:lstStyle/>
          <a:p>
            <a:r>
              <a:rPr lang="pt-BR" b="1" dirty="0" err="1"/>
              <a:t>Pipes</a:t>
            </a:r>
            <a:endParaRPr lang="pt-BR" b="1" dirty="0"/>
          </a:p>
          <a:p>
            <a:r>
              <a:rPr lang="pt-BR" i="1" dirty="0" err="1"/>
              <a:t>Pipes</a:t>
            </a:r>
            <a:r>
              <a:rPr lang="pt-BR" i="1" dirty="0"/>
              <a:t> </a:t>
            </a:r>
            <a:r>
              <a:rPr lang="pt-BR" dirty="0"/>
              <a:t>são formas de tratamento de dados que o Angular tem. Na grande maioria das vezes eles estão sendo usados no HTML e podem ser identificados pela barra (|) que o representa. A sua principal utilidade é para formatação de dados, como mostra o exemplo na</a:t>
            </a:r>
          </a:p>
          <a:p>
            <a:pPr marL="0" indent="0">
              <a:buNone/>
            </a:pPr>
            <a:r>
              <a:rPr lang="pt-BR" dirty="0"/>
              <a:t> figura abaixo: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Percebe que o </a:t>
            </a:r>
            <a:r>
              <a:rPr lang="pt-BR" dirty="0" err="1"/>
              <a:t>pipe</a:t>
            </a:r>
            <a:r>
              <a:rPr lang="pt-BR" dirty="0"/>
              <a:t> está formatando a data para uma formatação específica criada anteriormente.</a:t>
            </a:r>
          </a:p>
          <a:p>
            <a:endParaRPr lang="pt-BR" b="1" dirty="0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6445" y="3392080"/>
            <a:ext cx="8442689" cy="1684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69738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err="1"/>
              <a:t>Observables</a:t>
            </a:r>
            <a:r>
              <a:rPr lang="pt-BR" dirty="0"/>
              <a:t>:</a:t>
            </a:r>
          </a:p>
          <a:p>
            <a:r>
              <a:rPr lang="pt-BR" dirty="0"/>
              <a:t>O </a:t>
            </a:r>
            <a:r>
              <a:rPr lang="pt-BR" i="1" dirty="0" err="1"/>
              <a:t>observable</a:t>
            </a:r>
            <a:r>
              <a:rPr lang="pt-BR" i="1" dirty="0"/>
              <a:t> </a:t>
            </a:r>
            <a:r>
              <a:rPr lang="pt-BR" dirty="0"/>
              <a:t>faz parte da </a:t>
            </a:r>
            <a:r>
              <a:rPr lang="pt-BR" b="1" dirty="0"/>
              <a:t>RXJS </a:t>
            </a:r>
            <a:r>
              <a:rPr lang="pt-BR" dirty="0"/>
              <a:t>que é uma biblioteca reativa, ou seja, uma biblioteca que executa as suas funções a partir de um pedido. Isso é muito especial na programação porque evitar que ocorram pedidos excessivos.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361100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Vamos criar um novo projeto.</a:t>
            </a:r>
          </a:p>
          <a:p>
            <a:r>
              <a:rPr lang="pt-BR" dirty="0" err="1"/>
              <a:t>Ng</a:t>
            </a:r>
            <a:r>
              <a:rPr lang="pt-BR" dirty="0"/>
              <a:t> new segundo-projeto</a:t>
            </a:r>
          </a:p>
          <a:p>
            <a:r>
              <a:rPr lang="pt-BR" dirty="0"/>
              <a:t>Podemos utilizar o </a:t>
            </a:r>
            <a:r>
              <a:rPr lang="pt-BR" dirty="0" err="1"/>
              <a:t>ng</a:t>
            </a:r>
            <a:r>
              <a:rPr lang="pt-BR" dirty="0"/>
              <a:t> s ou </a:t>
            </a:r>
            <a:r>
              <a:rPr lang="pt-BR" dirty="0" err="1"/>
              <a:t>ng</a:t>
            </a:r>
            <a:r>
              <a:rPr lang="pt-BR" dirty="0"/>
              <a:t> serve</a:t>
            </a:r>
          </a:p>
          <a:p>
            <a:r>
              <a:rPr lang="pt-BR" dirty="0"/>
              <a:t>Agora vamos criar o nosso terceiro componente.</a:t>
            </a:r>
          </a:p>
          <a:p>
            <a:r>
              <a:rPr lang="pt-BR" dirty="0"/>
              <a:t>Utilizando o comando </a:t>
            </a:r>
            <a:r>
              <a:rPr lang="pt-BR" dirty="0" err="1"/>
              <a:t>ng</a:t>
            </a:r>
            <a:r>
              <a:rPr lang="pt-BR" dirty="0"/>
              <a:t> g c terceiro-componente</a:t>
            </a:r>
          </a:p>
          <a:p>
            <a:r>
              <a:rPr lang="pt-BR" dirty="0"/>
              <a:t>A palavra g é de </a:t>
            </a:r>
            <a:r>
              <a:rPr lang="pt-BR" dirty="0" err="1"/>
              <a:t>generate</a:t>
            </a:r>
            <a:r>
              <a:rPr lang="pt-BR" dirty="0"/>
              <a:t> e c de componente.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060514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Vamos alterar a porta que utilizamos no </a:t>
            </a:r>
            <a:r>
              <a:rPr lang="pt-BR" dirty="0" err="1"/>
              <a:t>ng</a:t>
            </a:r>
            <a:r>
              <a:rPr lang="pt-BR" dirty="0"/>
              <a:t> serve.</a:t>
            </a:r>
          </a:p>
          <a:p>
            <a:r>
              <a:rPr lang="pt-BR" dirty="0" err="1"/>
              <a:t>Ng</a:t>
            </a:r>
            <a:r>
              <a:rPr lang="pt-BR"/>
              <a:t> serve </a:t>
            </a:r>
            <a:r>
              <a:rPr lang="pt-BR" dirty="0"/>
              <a:t>--</a:t>
            </a:r>
            <a:r>
              <a:rPr lang="pt-BR" dirty="0" err="1"/>
              <a:t>port</a:t>
            </a:r>
            <a:r>
              <a:rPr lang="pt-BR" dirty="0"/>
              <a:t> número-escolhido.</a:t>
            </a:r>
          </a:p>
          <a:p>
            <a:r>
              <a:rPr lang="pt-BR" dirty="0"/>
              <a:t>E vamos verificar essa mudança de porta.</a:t>
            </a:r>
          </a:p>
        </p:txBody>
      </p:sp>
    </p:spTree>
    <p:extLst>
      <p:ext uri="{BB962C8B-B14F-4D97-AF65-F5344CB8AC3E}">
        <p14:creationId xmlns:p14="http://schemas.microsoft.com/office/powerpoint/2010/main" val="9725826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322042"/>
            <a:ext cx="10515600" cy="4351338"/>
          </a:xfrm>
        </p:spPr>
        <p:txBody>
          <a:bodyPr/>
          <a:lstStyle/>
          <a:p>
            <a:r>
              <a:rPr lang="pt-BR" dirty="0"/>
              <a:t>Agora vamos trabalhar com a interpolação de variáveis:</a:t>
            </a:r>
          </a:p>
          <a:p>
            <a:r>
              <a:rPr lang="pt-BR" dirty="0"/>
              <a:t>Vamos criar no nosso terceiro componente as seguintes variáveis:</a:t>
            </a:r>
          </a:p>
          <a:p>
            <a:r>
              <a:rPr lang="pt-BR" dirty="0"/>
              <a:t> //Variáveis</a:t>
            </a:r>
          </a:p>
          <a:p>
            <a:r>
              <a:rPr lang="pt-BR" dirty="0"/>
              <a:t>  </a:t>
            </a:r>
            <a:r>
              <a:rPr lang="pt-BR" dirty="0" err="1"/>
              <a:t>nome:string</a:t>
            </a:r>
            <a:r>
              <a:rPr lang="pt-BR" dirty="0"/>
              <a:t> = </a:t>
            </a:r>
            <a:r>
              <a:rPr lang="pt-BR" dirty="0" smtClean="0"/>
              <a:t>‘Ederson';</a:t>
            </a:r>
            <a:endParaRPr lang="pt-BR" dirty="0"/>
          </a:p>
          <a:p>
            <a:r>
              <a:rPr lang="pt-BR" dirty="0"/>
              <a:t>  idade: </a:t>
            </a:r>
            <a:r>
              <a:rPr lang="pt-BR" dirty="0" err="1"/>
              <a:t>number</a:t>
            </a:r>
            <a:r>
              <a:rPr lang="pt-BR" dirty="0"/>
              <a:t> = </a:t>
            </a:r>
            <a:r>
              <a:rPr lang="pt-BR" dirty="0" smtClean="0"/>
              <a:t>42</a:t>
            </a:r>
            <a:r>
              <a:rPr lang="pt-BR" dirty="0" smtClean="0"/>
              <a:t>;</a:t>
            </a:r>
            <a:endParaRPr lang="pt-BR" dirty="0"/>
          </a:p>
          <a:p>
            <a:r>
              <a:rPr lang="pt-BR" dirty="0"/>
              <a:t>E vamos no nosso arquivo .</a:t>
            </a:r>
            <a:r>
              <a:rPr lang="pt-BR" dirty="0" err="1"/>
              <a:t>ts</a:t>
            </a:r>
            <a:r>
              <a:rPr lang="pt-BR" dirty="0"/>
              <a:t> realizar a interpolação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7015" y="4351710"/>
            <a:ext cx="5165020" cy="2009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96449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No nosso arquivo </a:t>
            </a:r>
            <a:r>
              <a:rPr lang="pt-BR" dirty="0" err="1"/>
              <a:t>html</a:t>
            </a:r>
            <a:r>
              <a:rPr lang="pt-BR" dirty="0"/>
              <a:t> vamos escrever:</a:t>
            </a:r>
          </a:p>
          <a:p>
            <a:endParaRPr lang="pt-BR" u="sng" dirty="0" smtClean="0"/>
          </a:p>
          <a:p>
            <a:endParaRPr lang="pt-BR" dirty="0"/>
          </a:p>
          <a:p>
            <a:pPr marL="0" indent="0">
              <a:buNone/>
            </a:pPr>
            <a:r>
              <a:rPr lang="pt-BR" dirty="0"/>
              <a:t>As chaves são para utilizar as variáveis.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E podemos também realizar cálculos vamos escrever a seguinte linha:</a:t>
            </a:r>
          </a:p>
          <a:p>
            <a:pPr marL="0" indent="0">
              <a:buNone/>
            </a:pPr>
            <a:r>
              <a:rPr lang="pt-BR" dirty="0"/>
              <a:t>&lt;h2&gt;A soma de 8+3 é {{8+3}}&lt;/h2&gt;</a:t>
            </a:r>
          </a:p>
          <a:p>
            <a:pPr marL="0" indent="0">
              <a:buNone/>
            </a:pPr>
            <a:endParaRPr lang="pt-BR" dirty="0"/>
          </a:p>
          <a:p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1006" y="2229835"/>
            <a:ext cx="4442845" cy="1234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77168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Interpolação com Função</a:t>
            </a:r>
          </a:p>
          <a:p>
            <a:endParaRPr lang="pt-BR" dirty="0" smtClean="0"/>
          </a:p>
          <a:p>
            <a:endParaRPr lang="pt-BR" dirty="0"/>
          </a:p>
          <a:p>
            <a:endParaRPr lang="pt-BR" dirty="0" smtClean="0"/>
          </a:p>
          <a:p>
            <a:r>
              <a:rPr lang="pt-BR" dirty="0" smtClean="0"/>
              <a:t>Agora no </a:t>
            </a:r>
            <a:r>
              <a:rPr lang="pt-BR" dirty="0" err="1" smtClean="0"/>
              <a:t>html</a:t>
            </a:r>
            <a:endParaRPr lang="pt-BR" dirty="0" smtClean="0"/>
          </a:p>
          <a:p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0406" y="2357355"/>
            <a:ext cx="4775633" cy="1284203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0406" y="4564126"/>
            <a:ext cx="4023709" cy="1226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3046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Exercício:</a:t>
            </a:r>
          </a:p>
          <a:p>
            <a:r>
              <a:rPr lang="pt-BR" dirty="0"/>
              <a:t>Vamos criar um componente com os nossos dados e utilizar </a:t>
            </a:r>
            <a:r>
              <a:rPr lang="pt-BR"/>
              <a:t>a interpolação:</a:t>
            </a:r>
          </a:p>
        </p:txBody>
      </p:sp>
    </p:spTree>
    <p:extLst>
      <p:ext uri="{BB962C8B-B14F-4D97-AF65-F5344CB8AC3E}">
        <p14:creationId xmlns:p14="http://schemas.microsoft.com/office/powerpoint/2010/main" val="29782535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/>
              <a:t>Agora vamos criar um evento ou um </a:t>
            </a:r>
            <a:r>
              <a:rPr lang="pt-BR" dirty="0" err="1"/>
              <a:t>Event</a:t>
            </a:r>
            <a:r>
              <a:rPr lang="pt-BR" dirty="0"/>
              <a:t> </a:t>
            </a:r>
            <a:r>
              <a:rPr lang="pt-BR" dirty="0" err="1"/>
              <a:t>building</a:t>
            </a:r>
            <a:r>
              <a:rPr lang="pt-BR" dirty="0"/>
              <a:t> </a:t>
            </a:r>
          </a:p>
          <a:p>
            <a:pPr marL="0" indent="0">
              <a:buNone/>
            </a:pPr>
            <a:r>
              <a:rPr lang="pt-BR" dirty="0"/>
              <a:t>Vamos criar um novo componente.</a:t>
            </a:r>
          </a:p>
          <a:p>
            <a:pPr marL="0" indent="0">
              <a:buNone/>
            </a:pPr>
            <a:r>
              <a:rPr lang="pt-BR" dirty="0" err="1"/>
              <a:t>Ng</a:t>
            </a:r>
            <a:r>
              <a:rPr lang="pt-BR" dirty="0"/>
              <a:t> g c quarto-componente</a:t>
            </a:r>
          </a:p>
          <a:p>
            <a:pPr marL="0" indent="0">
              <a:buNone/>
            </a:pPr>
            <a:r>
              <a:rPr lang="pt-BR" dirty="0"/>
              <a:t>Agora vamos alterar no </a:t>
            </a:r>
            <a:r>
              <a:rPr lang="pt-BR" dirty="0" err="1"/>
              <a:t>html</a:t>
            </a:r>
            <a:r>
              <a:rPr lang="pt-BR" dirty="0"/>
              <a:t> o terceiro para o quarto componente.</a:t>
            </a:r>
          </a:p>
          <a:p>
            <a:pPr marL="0" indent="0">
              <a:buNone/>
            </a:pPr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3693" y="4385607"/>
            <a:ext cx="7497622" cy="1485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86214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Agora vamos no arquivo .</a:t>
            </a:r>
            <a:r>
              <a:rPr lang="pt-BR" dirty="0" err="1"/>
              <a:t>ts</a:t>
            </a:r>
            <a:r>
              <a:rPr lang="pt-BR" dirty="0"/>
              <a:t> do nosso quarto componente e vamos inserir uma função.</a:t>
            </a:r>
          </a:p>
          <a:p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7236" y="2877187"/>
            <a:ext cx="8459521" cy="3179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08120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/>
              <a:t>Agora nos vamos no </a:t>
            </a:r>
            <a:r>
              <a:rPr lang="pt-BR" dirty="0" err="1"/>
              <a:t>html</a:t>
            </a:r>
            <a:r>
              <a:rPr lang="pt-BR" dirty="0"/>
              <a:t> do componente e vamos inserir um botão.</a:t>
            </a:r>
          </a:p>
          <a:p>
            <a:pPr marL="0" indent="0">
              <a:buNone/>
            </a:pPr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3441" y="2850539"/>
            <a:ext cx="8305117" cy="2847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898212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3507</TotalTime>
  <Words>603</Words>
  <Application>Microsoft Office PowerPoint</Application>
  <PresentationFormat>Widescreen</PresentationFormat>
  <Paragraphs>61</Paragraphs>
  <Slides>16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Tema do Office</vt:lpstr>
      <vt:lpstr>Programação Web III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Unifesp</dc:creator>
  <cp:lastModifiedBy>suporteti</cp:lastModifiedBy>
  <cp:revision>108</cp:revision>
  <dcterms:created xsi:type="dcterms:W3CDTF">2022-02-10T02:47:22Z</dcterms:created>
  <dcterms:modified xsi:type="dcterms:W3CDTF">2026-02-24T17:06:14Z</dcterms:modified>
</cp:coreProperties>
</file>