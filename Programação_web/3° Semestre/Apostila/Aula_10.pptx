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7" d="100"/>
          <a:sy n="47" d="100"/>
        </p:scale>
        <p:origin x="7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23/09/2024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 smtClean="0"/>
              <a:t>Prof. Ederson Luiz Silva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77496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Visibilidade dos botões</a:t>
            </a:r>
          </a:p>
          <a:p>
            <a:endParaRPr lang="pt-BR" dirty="0"/>
          </a:p>
          <a:p>
            <a:r>
              <a:rPr lang="pt-BR" dirty="0" smtClean="0"/>
              <a:t>Vamos agora no arquivo </a:t>
            </a:r>
            <a:r>
              <a:rPr lang="pt-BR" dirty="0" err="1" smtClean="0"/>
              <a:t>ts</a:t>
            </a:r>
            <a:r>
              <a:rPr lang="pt-BR" dirty="0" smtClean="0"/>
              <a:t> cadastrar uma variável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199" y="3473619"/>
            <a:ext cx="5277880" cy="187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02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no nosso </a:t>
            </a:r>
            <a:r>
              <a:rPr lang="pt-BR" dirty="0" err="1" smtClean="0"/>
              <a:t>html</a:t>
            </a:r>
            <a:r>
              <a:rPr lang="pt-BR" dirty="0" smtClean="0"/>
              <a:t> incluir a informação para os botões ficarem ou não visíveis.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28433"/>
            <a:ext cx="10806158" cy="214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3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criar um vetor utilizando o nosso modelo no nosso arquivo </a:t>
            </a:r>
            <a:r>
              <a:rPr lang="pt-BR" dirty="0" err="1" smtClean="0"/>
              <a:t>ts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23" y="2500691"/>
            <a:ext cx="8468217" cy="94487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23" y="3992000"/>
            <a:ext cx="6158642" cy="167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00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criar a função para cadastrar as pessoas no nosso formulário: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467" y="2758108"/>
            <a:ext cx="8945219" cy="372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2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no nosso botão de cadastro incluir um </a:t>
            </a:r>
            <a:r>
              <a:rPr lang="pt-BR" dirty="0" err="1" smtClean="0"/>
              <a:t>event</a:t>
            </a:r>
            <a:r>
              <a:rPr lang="pt-BR" dirty="0" smtClean="0"/>
              <a:t> build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88" y="2719288"/>
            <a:ext cx="9126224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19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agora no nosso </a:t>
            </a:r>
            <a:r>
              <a:rPr lang="pt-BR" dirty="0" err="1" smtClean="0"/>
              <a:t>html</a:t>
            </a:r>
            <a:r>
              <a:rPr lang="pt-BR" dirty="0" smtClean="0"/>
              <a:t> incluir no </a:t>
            </a:r>
            <a:r>
              <a:rPr lang="pt-BR" dirty="0" err="1" smtClean="0"/>
              <a:t>tbody</a:t>
            </a:r>
            <a:r>
              <a:rPr lang="pt-BR" dirty="0" smtClean="0"/>
              <a:t> uma estrutura de tabelas.</a:t>
            </a:r>
          </a:p>
          <a:p>
            <a:r>
              <a:rPr lang="pt-BR" dirty="0" smtClean="0"/>
              <a:t>Primeiro vamos importar o </a:t>
            </a:r>
            <a:r>
              <a:rPr lang="pt-BR" dirty="0" err="1" smtClean="0"/>
              <a:t>CommonModule</a:t>
            </a:r>
            <a:r>
              <a:rPr lang="pt-BR" dirty="0" smtClean="0"/>
              <a:t> no nosso arquivo </a:t>
            </a:r>
            <a:r>
              <a:rPr lang="pt-BR" dirty="0" err="1" smtClean="0"/>
              <a:t>ts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570" y="3226469"/>
            <a:ext cx="6982799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284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Quando eu for cadastrar e eu não queira que comece com 0 vamos incluir a informação no índice.</a:t>
            </a:r>
            <a:endParaRPr lang="pt-BR" u="sng" dirty="0" smtClean="0"/>
          </a:p>
          <a:p>
            <a:endParaRPr lang="pt-BR" u="sng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784" y="2710905"/>
            <a:ext cx="6582694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33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Função Selecionar</a:t>
            </a:r>
          </a:p>
          <a:p>
            <a:endParaRPr lang="pt-BR" dirty="0" smtClean="0"/>
          </a:p>
          <a:p>
            <a:r>
              <a:rPr lang="pt-BR" dirty="0" smtClean="0"/>
              <a:t>Vamos criar primeiro uma variável  índice para que na seleção ele não pegue nenhum valor já criado.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431" y="3761912"/>
            <a:ext cx="5611725" cy="10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69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criar uma função para selecionar os dados: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398" y="2538888"/>
            <a:ext cx="6527480" cy="363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9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57170" y="1322042"/>
            <a:ext cx="10515600" cy="4351338"/>
          </a:xfrm>
        </p:spPr>
        <p:txBody>
          <a:bodyPr/>
          <a:lstStyle/>
          <a:p>
            <a:r>
              <a:rPr lang="pt-BR" dirty="0" smtClean="0"/>
              <a:t>Visibilidade dos botões</a:t>
            </a:r>
          </a:p>
          <a:p>
            <a:r>
              <a:rPr lang="pt-BR" dirty="0" smtClean="0"/>
              <a:t>Vamos incluir na nossa função para o botão sumir quando selecionarmos a informação.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45" y="2646994"/>
            <a:ext cx="6100871" cy="247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15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incluir no nosso </a:t>
            </a:r>
            <a:r>
              <a:rPr lang="pt-BR" dirty="0" err="1" smtClean="0"/>
              <a:t>html</a:t>
            </a:r>
            <a:r>
              <a:rPr lang="pt-BR" dirty="0" smtClean="0"/>
              <a:t> a função selecionar: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2533525"/>
            <a:ext cx="8430802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26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88303"/>
            <a:ext cx="10515600" cy="4351338"/>
          </a:xfrm>
        </p:spPr>
        <p:txBody>
          <a:bodyPr/>
          <a:lstStyle/>
          <a:p>
            <a:r>
              <a:rPr lang="pt-BR" dirty="0" smtClean="0"/>
              <a:t>Agora vamos incluir a função de alteração.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257" y="2084328"/>
            <a:ext cx="6786300" cy="383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43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só incluir o </a:t>
            </a:r>
            <a:r>
              <a:rPr lang="pt-BR" dirty="0" err="1" smtClean="0"/>
              <a:t>event</a:t>
            </a:r>
            <a:r>
              <a:rPr lang="pt-BR" dirty="0" smtClean="0"/>
              <a:t> build no botão alterar.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01" y="2931598"/>
            <a:ext cx="10726312" cy="68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48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2689</TotalTime>
  <Words>188</Words>
  <Application>Microsoft Office PowerPoint</Application>
  <PresentationFormat>Widescreen</PresentationFormat>
  <Paragraphs>25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Programação Web III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122</cp:revision>
  <dcterms:created xsi:type="dcterms:W3CDTF">2022-02-10T02:47:22Z</dcterms:created>
  <dcterms:modified xsi:type="dcterms:W3CDTF">2024-09-23T20:25:30Z</dcterms:modified>
</cp:coreProperties>
</file>