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 smtClean="0"/>
              <a:t>Ngclass</a:t>
            </a:r>
            <a:r>
              <a:rPr lang="pt-BR" b="1" dirty="0" smtClean="0"/>
              <a:t>: </a:t>
            </a:r>
            <a:r>
              <a:rPr lang="pt-BR" dirty="0" smtClean="0"/>
              <a:t>Utilizando essa classe podemos utilizar classes dos componentes </a:t>
            </a:r>
            <a:r>
              <a:rPr lang="pt-BR" dirty="0" err="1" smtClean="0"/>
              <a:t>css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&lt;</a:t>
            </a:r>
            <a:r>
              <a:rPr lang="pt-BR" dirty="0" err="1"/>
              <a:t>ul</a:t>
            </a:r>
            <a:r>
              <a:rPr lang="pt-BR" dirty="0"/>
              <a:t>&gt;</a:t>
            </a:r>
          </a:p>
          <a:p>
            <a:r>
              <a:rPr lang="pt-BR" dirty="0"/>
              <a:t>    &lt;li *</a:t>
            </a:r>
            <a:r>
              <a:rPr lang="pt-BR" dirty="0" err="1"/>
              <a:t>ngFor</a:t>
            </a:r>
            <a:r>
              <a:rPr lang="pt-BR" dirty="0"/>
              <a:t>="</a:t>
            </a:r>
            <a:r>
              <a:rPr lang="pt-BR" dirty="0" err="1"/>
              <a:t>let</a:t>
            </a:r>
            <a:r>
              <a:rPr lang="pt-BR" dirty="0"/>
              <a:t> l </a:t>
            </a:r>
            <a:r>
              <a:rPr lang="pt-BR" dirty="0" err="1"/>
              <a:t>of</a:t>
            </a:r>
            <a:r>
              <a:rPr lang="pt-BR" dirty="0"/>
              <a:t> lista"&gt;{{l}}&lt;/li&gt;</a:t>
            </a:r>
          </a:p>
          <a:p>
            <a:r>
              <a:rPr lang="pt-BR" dirty="0"/>
              <a:t>&lt;/</a:t>
            </a:r>
            <a:r>
              <a:rPr lang="pt-BR" dirty="0" err="1"/>
              <a:t>ul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Agora vamos verificar no navegador.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190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configurar o nosso </a:t>
            </a:r>
            <a:r>
              <a:rPr lang="pt-BR" dirty="0" err="1" smtClean="0"/>
              <a:t>compontente</a:t>
            </a:r>
            <a:r>
              <a:rPr lang="pt-BR" dirty="0" smtClean="0"/>
              <a:t> </a:t>
            </a:r>
            <a:r>
              <a:rPr lang="pt-BR" dirty="0" err="1" smtClean="0"/>
              <a:t>css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.</a:t>
            </a:r>
            <a:r>
              <a:rPr lang="pt-BR" dirty="0" err="1"/>
              <a:t>fonteverde</a:t>
            </a:r>
            <a:r>
              <a:rPr lang="pt-BR" dirty="0"/>
              <a:t>{</a:t>
            </a:r>
          </a:p>
          <a:p>
            <a:r>
              <a:rPr lang="pt-BR" dirty="0"/>
              <a:t>    color: </a:t>
            </a:r>
            <a:r>
              <a:rPr lang="pt-BR" dirty="0" err="1"/>
              <a:t>green</a:t>
            </a:r>
            <a:endParaRPr lang="pt-BR" dirty="0"/>
          </a:p>
          <a:p>
            <a:r>
              <a:rPr lang="pt-BR" dirty="0"/>
              <a:t>}</a:t>
            </a:r>
          </a:p>
          <a:p>
            <a:r>
              <a:rPr lang="pt-BR" dirty="0"/>
              <a:t>.</a:t>
            </a:r>
            <a:r>
              <a:rPr lang="pt-BR" dirty="0" err="1"/>
              <a:t>fontevermelho</a:t>
            </a:r>
            <a:r>
              <a:rPr lang="pt-BR" dirty="0"/>
              <a:t>{</a:t>
            </a:r>
          </a:p>
          <a:p>
            <a:r>
              <a:rPr lang="pt-BR" dirty="0"/>
              <a:t>    color: </a:t>
            </a:r>
            <a:r>
              <a:rPr lang="pt-BR" dirty="0" err="1"/>
              <a:t>red</a:t>
            </a:r>
            <a:endParaRPr lang="pt-BR" dirty="0"/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841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&lt;</a:t>
            </a:r>
            <a:r>
              <a:rPr lang="pt-BR" dirty="0" err="1"/>
              <a:t>ul</a:t>
            </a:r>
            <a:r>
              <a:rPr lang="pt-BR" dirty="0"/>
              <a:t>&gt;</a:t>
            </a:r>
          </a:p>
          <a:p>
            <a:r>
              <a:rPr lang="pt-BR" dirty="0"/>
              <a:t>    &lt;li *</a:t>
            </a:r>
            <a:r>
              <a:rPr lang="pt-BR" dirty="0" err="1"/>
              <a:t>ngFor</a:t>
            </a:r>
            <a:r>
              <a:rPr lang="pt-BR" dirty="0"/>
              <a:t>="</a:t>
            </a:r>
            <a:r>
              <a:rPr lang="pt-BR" dirty="0" err="1"/>
              <a:t>let</a:t>
            </a:r>
            <a:r>
              <a:rPr lang="pt-BR" dirty="0"/>
              <a:t> l </a:t>
            </a:r>
            <a:r>
              <a:rPr lang="pt-BR" dirty="0" err="1"/>
              <a:t>of</a:t>
            </a:r>
            <a:r>
              <a:rPr lang="pt-BR" dirty="0"/>
              <a:t> lista" [</a:t>
            </a:r>
            <a:r>
              <a:rPr lang="pt-BR" dirty="0" err="1"/>
              <a:t>ngClass</a:t>
            </a:r>
            <a:r>
              <a:rPr lang="pt-BR" dirty="0"/>
              <a:t>]="l == 'Aprovado' ? '</a:t>
            </a:r>
            <a:r>
              <a:rPr lang="pt-BR" dirty="0" err="1"/>
              <a:t>fonteVerde</a:t>
            </a:r>
            <a:r>
              <a:rPr lang="pt-BR" dirty="0"/>
              <a:t>' :'</a:t>
            </a:r>
            <a:r>
              <a:rPr lang="pt-BR" dirty="0" err="1"/>
              <a:t>fonteVermelho</a:t>
            </a:r>
            <a:r>
              <a:rPr lang="pt-BR" dirty="0"/>
              <a:t>'"&gt;{{l}}&lt;/li&gt;</a:t>
            </a:r>
          </a:p>
          <a:p>
            <a:r>
              <a:rPr lang="pt-BR" dirty="0"/>
              <a:t>&lt;/</a:t>
            </a:r>
            <a:r>
              <a:rPr lang="pt-BR" dirty="0" err="1"/>
              <a:t>ul</a:t>
            </a:r>
            <a:r>
              <a:rPr lang="pt-BR" dirty="0" smtClean="0"/>
              <a:t>&gt;</a:t>
            </a:r>
          </a:p>
          <a:p>
            <a:endParaRPr lang="pt-BR" dirty="0"/>
          </a:p>
          <a:p>
            <a:r>
              <a:rPr lang="pt-BR" dirty="0" smtClean="0"/>
              <a:t>Agora vamos testar e salvar.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188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NG </a:t>
            </a:r>
            <a:r>
              <a:rPr lang="pt-BR" dirty="0" err="1" smtClean="0"/>
              <a:t>Control</a:t>
            </a:r>
            <a:r>
              <a:rPr lang="pt-BR" dirty="0" smtClean="0"/>
              <a:t> </a:t>
            </a:r>
            <a:r>
              <a:rPr lang="pt-BR" dirty="0" err="1" smtClean="0"/>
              <a:t>Flow</a:t>
            </a:r>
            <a:r>
              <a:rPr lang="pt-BR" dirty="0" smtClean="0"/>
              <a:t> – Condicional.</a:t>
            </a:r>
          </a:p>
          <a:p>
            <a:r>
              <a:rPr lang="pt-BR" dirty="0" smtClean="0"/>
              <a:t>Vamos criar um novo componente agora utilizando o </a:t>
            </a:r>
            <a:r>
              <a:rPr lang="pt-BR" dirty="0" err="1" smtClean="0"/>
              <a:t>if</a:t>
            </a:r>
            <a:r>
              <a:rPr lang="pt-BR" dirty="0" smtClean="0"/>
              <a:t> e o </a:t>
            </a:r>
            <a:r>
              <a:rPr lang="pt-BR" dirty="0" err="1" smtClean="0"/>
              <a:t>else</a:t>
            </a:r>
            <a:r>
              <a:rPr lang="pt-BR" dirty="0" smtClean="0"/>
              <a:t>.</a:t>
            </a:r>
          </a:p>
          <a:p>
            <a:r>
              <a:rPr lang="pt-BR" dirty="0" smtClean="0"/>
              <a:t>Vamos em nosso arquivo </a:t>
            </a:r>
            <a:r>
              <a:rPr lang="pt-BR" dirty="0" err="1" smtClean="0"/>
              <a:t>ts</a:t>
            </a:r>
            <a:r>
              <a:rPr lang="pt-BR" dirty="0" smtClean="0"/>
              <a:t> incluir a variável média.</a:t>
            </a:r>
          </a:p>
          <a:p>
            <a:r>
              <a:rPr lang="pt-BR" dirty="0"/>
              <a:t>  media</a:t>
            </a:r>
            <a:r>
              <a:rPr lang="pt-BR" dirty="0" smtClean="0"/>
              <a:t>: </a:t>
            </a:r>
            <a:r>
              <a:rPr lang="pt-BR" dirty="0" err="1" smtClean="0"/>
              <a:t>number</a:t>
            </a:r>
            <a:r>
              <a:rPr lang="pt-BR" dirty="0" smtClean="0"/>
              <a:t> </a:t>
            </a:r>
            <a:r>
              <a:rPr lang="pt-BR" dirty="0"/>
              <a:t>= </a:t>
            </a:r>
            <a:r>
              <a:rPr lang="pt-BR" dirty="0" smtClean="0"/>
              <a:t>8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55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em nosso arquivo </a:t>
            </a:r>
            <a:r>
              <a:rPr lang="pt-BR" dirty="0" err="1" smtClean="0"/>
              <a:t>html</a:t>
            </a:r>
            <a:r>
              <a:rPr lang="pt-BR" dirty="0" smtClean="0"/>
              <a:t> incluir o nosso </a:t>
            </a:r>
            <a:r>
              <a:rPr lang="pt-BR" dirty="0" err="1" smtClean="0"/>
              <a:t>if</a:t>
            </a:r>
            <a:r>
              <a:rPr lang="pt-BR" dirty="0"/>
              <a:t> </a:t>
            </a:r>
            <a:r>
              <a:rPr lang="pt-BR" dirty="0" smtClean="0"/>
              <a:t>em </a:t>
            </a:r>
            <a:r>
              <a:rPr lang="pt-BR" dirty="0" err="1" smtClean="0"/>
              <a:t>html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/>
              <a:t>@</a:t>
            </a:r>
            <a:r>
              <a:rPr lang="pt-BR" dirty="0" err="1"/>
              <a:t>if</a:t>
            </a:r>
            <a:r>
              <a:rPr lang="pt-BR" dirty="0"/>
              <a:t> (media&gt;=7){&lt;p&gt;Aprovado(a)&lt;/p&gt;}</a:t>
            </a:r>
          </a:p>
          <a:p>
            <a:r>
              <a:rPr lang="pt-BR" dirty="0"/>
              <a:t>@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(media&gt;=5) {&lt;p&gt;Em Exame&lt;/p</a:t>
            </a:r>
            <a:r>
              <a:rPr lang="pt-BR" dirty="0" smtClean="0"/>
              <a:t>&gt;}</a:t>
            </a:r>
          </a:p>
          <a:p>
            <a:r>
              <a:rPr lang="pt-BR" dirty="0" smtClean="0"/>
              <a:t>@</a:t>
            </a:r>
            <a:r>
              <a:rPr lang="pt-BR" dirty="0" err="1"/>
              <a:t>if</a:t>
            </a:r>
            <a:r>
              <a:rPr lang="pt-BR" dirty="0"/>
              <a:t> (media &lt;5) {&lt;p&gt;Reprovado&lt;/p&gt;}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9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Control</a:t>
            </a:r>
            <a:r>
              <a:rPr lang="pt-BR" dirty="0" smtClean="0"/>
              <a:t> </a:t>
            </a:r>
            <a:r>
              <a:rPr lang="pt-BR" dirty="0" err="1" smtClean="0"/>
              <a:t>Flow</a:t>
            </a:r>
            <a:r>
              <a:rPr lang="pt-BR" dirty="0" smtClean="0"/>
              <a:t> Laço de Repetição</a:t>
            </a:r>
          </a:p>
          <a:p>
            <a:r>
              <a:rPr lang="pt-BR" dirty="0" smtClean="0"/>
              <a:t>Vamos criar um vetor com nomes no mesmo componente.</a:t>
            </a:r>
          </a:p>
          <a:p>
            <a:r>
              <a:rPr lang="pt-BR" dirty="0" err="1" smtClean="0"/>
              <a:t>Nomes:string</a:t>
            </a:r>
            <a:r>
              <a:rPr lang="pt-BR" dirty="0" smtClean="0"/>
              <a:t>[] = [Ralf’, ‘Ana’, ‘Danilo’, ‘Camila’];</a:t>
            </a:r>
          </a:p>
          <a:p>
            <a:endParaRPr lang="pt-BR" dirty="0"/>
          </a:p>
          <a:p>
            <a:r>
              <a:rPr lang="pt-BR" dirty="0" smtClean="0"/>
              <a:t>E agora vamos incluir as informações no nosso arquivo </a:t>
            </a:r>
            <a:r>
              <a:rPr lang="pt-BR" dirty="0" err="1" smtClean="0"/>
              <a:t>html</a:t>
            </a:r>
            <a:r>
              <a:rPr lang="pt-BR" dirty="0"/>
              <a:t> </a:t>
            </a:r>
            <a:r>
              <a:rPr lang="pt-BR" dirty="0" smtClean="0"/>
              <a:t>do componente.</a:t>
            </a:r>
          </a:p>
          <a:p>
            <a:r>
              <a:rPr lang="en-US" dirty="0"/>
              <a:t>@for (item of items; track $index) </a:t>
            </a:r>
            <a:r>
              <a:rPr lang="en-US" dirty="0" smtClean="0"/>
              <a:t>{}</a:t>
            </a:r>
            <a:endParaRPr lang="pt-BR" dirty="0" smtClean="0"/>
          </a:p>
          <a:p>
            <a:r>
              <a:rPr lang="en-US" dirty="0"/>
              <a:t>@for (n of </a:t>
            </a:r>
            <a:r>
              <a:rPr lang="en-US" dirty="0" err="1"/>
              <a:t>nomes</a:t>
            </a:r>
            <a:r>
              <a:rPr lang="en-US" dirty="0"/>
              <a:t>; track $index) {&lt;p&gt;{{$index}} - {{n}}&lt;/p&gt;}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99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178726"/>
              </p:ext>
            </p:extLst>
          </p:nvPr>
        </p:nvGraphicFramePr>
        <p:xfrm>
          <a:off x="1637186" y="1722785"/>
          <a:ext cx="9335614" cy="4062338"/>
        </p:xfrm>
        <a:graphic>
          <a:graphicData uri="http://schemas.openxmlformats.org/drawingml/2006/table">
            <a:tbl>
              <a:tblPr/>
              <a:tblGrid>
                <a:gridCol w="4667807">
                  <a:extLst>
                    <a:ext uri="{9D8B030D-6E8A-4147-A177-3AD203B41FA5}">
                      <a16:colId xmlns:a16="http://schemas.microsoft.com/office/drawing/2014/main" val="2707218475"/>
                    </a:ext>
                  </a:extLst>
                </a:gridCol>
                <a:gridCol w="4667807">
                  <a:extLst>
                    <a:ext uri="{9D8B030D-6E8A-4147-A177-3AD203B41FA5}">
                      <a16:colId xmlns:a16="http://schemas.microsoft.com/office/drawing/2014/main" val="80233307"/>
                    </a:ext>
                  </a:extLst>
                </a:gridCol>
              </a:tblGrid>
              <a:tr h="185528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Função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O que faz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280664"/>
                  </a:ext>
                </a:extLst>
              </a:tr>
              <a:tr h="71877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$count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Retorna a quantidade de vezes que um loop foi realizado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739773"/>
                  </a:ext>
                </a:extLst>
              </a:tr>
              <a:tr h="71877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$index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Índice do laço de repetição que está sendo executado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098457"/>
                  </a:ext>
                </a:extLst>
              </a:tr>
              <a:tr h="71877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$first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Retorna se determinada posição é a primeira linha que está sendo executada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14489"/>
                  </a:ext>
                </a:extLst>
              </a:tr>
              <a:tr h="71877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$last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Retorna se determinada posição é a última linha que está sendo executada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714914"/>
                  </a:ext>
                </a:extLst>
              </a:tr>
              <a:tr h="410731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$even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Retorna verdadeiro, caso a linha seja par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796435"/>
                  </a:ext>
                </a:extLst>
              </a:tr>
              <a:tr h="410731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$odd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Retorna verdadeiro, caso a linha seja ímpar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69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68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4705972"/>
          </a:xfrm>
        </p:spPr>
        <p:txBody>
          <a:bodyPr>
            <a:normAutofit fontScale="85000" lnSpcReduction="20000"/>
          </a:bodyPr>
          <a:lstStyle/>
          <a:p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Flow</a:t>
            </a:r>
            <a:r>
              <a:rPr lang="pt-BR" dirty="0"/>
              <a:t> Estrutura de Escolha.</a:t>
            </a:r>
          </a:p>
          <a:p>
            <a:r>
              <a:rPr lang="pt-BR" dirty="0" smtClean="0"/>
              <a:t>Agora vamos ver a Estrutura de Escolha.</a:t>
            </a:r>
          </a:p>
          <a:p>
            <a:r>
              <a:rPr lang="pt-BR" dirty="0" smtClean="0"/>
              <a:t>Vamos no nosso arquivo </a:t>
            </a:r>
            <a:r>
              <a:rPr lang="pt-BR" dirty="0" err="1" smtClean="0"/>
              <a:t>ts</a:t>
            </a:r>
            <a:r>
              <a:rPr lang="pt-BR" dirty="0" smtClean="0"/>
              <a:t> e incluir na linha abaixo a seguinte variável:</a:t>
            </a:r>
          </a:p>
          <a:p>
            <a:r>
              <a:rPr lang="pt-BR" dirty="0"/>
              <a:t>linguagem: </a:t>
            </a:r>
            <a:r>
              <a:rPr lang="pt-BR" dirty="0" err="1"/>
              <a:t>string</a:t>
            </a:r>
            <a:r>
              <a:rPr lang="pt-BR" dirty="0"/>
              <a:t> = 'HTML'</a:t>
            </a:r>
          </a:p>
          <a:p>
            <a:r>
              <a:rPr lang="pt-BR" dirty="0" smtClean="0"/>
              <a:t>E agora em nosso </a:t>
            </a:r>
            <a:r>
              <a:rPr lang="pt-BR" dirty="0" err="1" smtClean="0"/>
              <a:t>html</a:t>
            </a:r>
            <a:r>
              <a:rPr lang="pt-BR" dirty="0" smtClean="0"/>
              <a:t> vamos inserir o seguinte código:</a:t>
            </a:r>
          </a:p>
          <a:p>
            <a:endParaRPr lang="pt-BR" dirty="0" smtClean="0"/>
          </a:p>
          <a:p>
            <a:r>
              <a:rPr lang="pt-BR" dirty="0"/>
              <a:t>@switch (linguagem) {</a:t>
            </a:r>
          </a:p>
          <a:p>
            <a:r>
              <a:rPr lang="pt-BR" dirty="0"/>
              <a:t>    @case ('HTML') {&lt;p&gt;Linguagem de marcação&lt;/p&gt;}</a:t>
            </a:r>
          </a:p>
          <a:p>
            <a:r>
              <a:rPr lang="pt-BR" dirty="0"/>
              <a:t>    @case ('CSS') {&lt;p&gt;Linguagem de Estilo&lt;/p&gt;}</a:t>
            </a:r>
          </a:p>
          <a:p>
            <a:r>
              <a:rPr lang="pt-BR" dirty="0"/>
              <a:t>    @case ('JS') {&lt;p&gt;Linguagem de </a:t>
            </a:r>
            <a:r>
              <a:rPr lang="pt-BR" dirty="0" err="1"/>
              <a:t>Programção</a:t>
            </a:r>
            <a:r>
              <a:rPr lang="pt-BR" dirty="0"/>
              <a:t>&lt;/p&gt; }</a:t>
            </a:r>
          </a:p>
          <a:p>
            <a:r>
              <a:rPr lang="pt-BR" dirty="0"/>
              <a:t>    @default {&lt;p&gt;Linguagem não encontrada&lt;/p&gt;}</a:t>
            </a:r>
          </a:p>
          <a:p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351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Control</a:t>
            </a:r>
            <a:r>
              <a:rPr lang="pt-BR" dirty="0" smtClean="0"/>
              <a:t> </a:t>
            </a:r>
            <a:r>
              <a:rPr lang="pt-BR" dirty="0" err="1" smtClean="0"/>
              <a:t>Flow</a:t>
            </a:r>
            <a:r>
              <a:rPr lang="pt-BR" dirty="0" smtClean="0"/>
              <a:t> Estrutura de Escolha.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53965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349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106</cp:revision>
  <dcterms:created xsi:type="dcterms:W3CDTF">2022-02-10T02:47:22Z</dcterms:created>
  <dcterms:modified xsi:type="dcterms:W3CDTF">2024-08-26T18:51:58Z</dcterms:modified>
</cp:coreProperties>
</file>