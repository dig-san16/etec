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4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19/08/2024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354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19/08/2024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860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19/08/2024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851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19/08/2024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7512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19/08/2024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872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19/08/2024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9054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19/08/2024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0833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19/08/2024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9125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19/08/2024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99335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19/08/2024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31817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19/08/2024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618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19/08/2024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951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8718D-9FD5-4C09-94C0-5E1E70133E71}" type="datetimeFigureOut">
              <a:rPr lang="pt-BR" smtClean="0"/>
              <a:pPr/>
              <a:t>19/08/2024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730" y="120799"/>
            <a:ext cx="2075713" cy="133413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8" y="328307"/>
            <a:ext cx="1400879" cy="9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89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Programação Web III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 smtClean="0"/>
              <a:t>Prof. Ederson Luiz Silva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774967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Diretiva </a:t>
            </a:r>
            <a:r>
              <a:rPr lang="pt-BR" dirty="0" err="1" smtClean="0"/>
              <a:t>ngif</a:t>
            </a:r>
            <a:endParaRPr lang="pt-BR" dirty="0" smtClean="0"/>
          </a:p>
          <a:p>
            <a:r>
              <a:rPr lang="pt-BR" dirty="0" smtClean="0"/>
              <a:t>Vamos criar agora o nosso sétimo componente.</a:t>
            </a:r>
          </a:p>
          <a:p>
            <a:r>
              <a:rPr lang="pt-BR" dirty="0" err="1" smtClean="0"/>
              <a:t>Ng</a:t>
            </a:r>
            <a:r>
              <a:rPr lang="pt-BR" dirty="0" smtClean="0"/>
              <a:t> g c </a:t>
            </a:r>
            <a:r>
              <a:rPr lang="pt-BR" dirty="0" err="1" smtClean="0"/>
              <a:t>setimo</a:t>
            </a:r>
            <a:r>
              <a:rPr lang="pt-BR" dirty="0" smtClean="0"/>
              <a:t>-componente.</a:t>
            </a:r>
          </a:p>
          <a:p>
            <a:endParaRPr lang="pt-BR" dirty="0" smtClean="0"/>
          </a:p>
          <a:p>
            <a:r>
              <a:rPr lang="pt-BR" dirty="0" smtClean="0"/>
              <a:t>Agora vamos criar uma classe no </a:t>
            </a:r>
            <a:r>
              <a:rPr lang="pt-BR" dirty="0" err="1" smtClean="0"/>
              <a:t>css</a:t>
            </a:r>
            <a:r>
              <a:rPr lang="pt-BR" dirty="0" smtClean="0"/>
              <a:t> com as seguintes características:</a:t>
            </a:r>
          </a:p>
          <a:p>
            <a:r>
              <a:rPr lang="pt-BR" dirty="0"/>
              <a:t>.quadrado{</a:t>
            </a:r>
          </a:p>
          <a:p>
            <a:r>
              <a:rPr lang="pt-BR" dirty="0"/>
              <a:t>    </a:t>
            </a:r>
            <a:r>
              <a:rPr lang="pt-BR" dirty="0" err="1"/>
              <a:t>width</a:t>
            </a:r>
            <a:r>
              <a:rPr lang="pt-BR" dirty="0"/>
              <a:t>: 300px;</a:t>
            </a:r>
          </a:p>
          <a:p>
            <a:r>
              <a:rPr lang="pt-BR" dirty="0"/>
              <a:t>    </a:t>
            </a:r>
            <a:r>
              <a:rPr lang="pt-BR" dirty="0" err="1"/>
              <a:t>height</a:t>
            </a:r>
            <a:r>
              <a:rPr lang="pt-BR" dirty="0"/>
              <a:t>: 300px;</a:t>
            </a:r>
          </a:p>
          <a:p>
            <a:r>
              <a:rPr lang="pt-BR" dirty="0"/>
              <a:t>    background-color: </a:t>
            </a:r>
            <a:r>
              <a:rPr lang="pt-BR" dirty="0" err="1"/>
              <a:t>aquamarine</a:t>
            </a:r>
            <a:r>
              <a:rPr lang="pt-BR" dirty="0"/>
              <a:t>;</a:t>
            </a:r>
          </a:p>
          <a:p>
            <a:r>
              <a:rPr lang="pt-BR" dirty="0"/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7556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criar um </a:t>
            </a:r>
            <a:r>
              <a:rPr lang="pt-BR" dirty="0" err="1" smtClean="0"/>
              <a:t>div</a:t>
            </a:r>
            <a:r>
              <a:rPr lang="pt-BR" dirty="0" smtClean="0"/>
              <a:t> e incluir a nossa classe quadrado:</a:t>
            </a:r>
          </a:p>
          <a:p>
            <a:endParaRPr lang="pt-BR" u="sng" dirty="0" smtClean="0"/>
          </a:p>
          <a:p>
            <a:r>
              <a:rPr lang="pt-BR" dirty="0"/>
              <a:t>&lt;</a:t>
            </a:r>
            <a:r>
              <a:rPr lang="pt-BR" dirty="0" err="1"/>
              <a:t>div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="quadrado"&gt;&lt;/</a:t>
            </a:r>
            <a:r>
              <a:rPr lang="pt-BR" dirty="0" err="1"/>
              <a:t>div</a:t>
            </a:r>
            <a:r>
              <a:rPr lang="pt-BR" dirty="0" smtClean="0"/>
              <a:t>&gt;</a:t>
            </a:r>
          </a:p>
          <a:p>
            <a:endParaRPr lang="pt-BR" dirty="0"/>
          </a:p>
          <a:p>
            <a:r>
              <a:rPr lang="pt-BR" dirty="0" smtClean="0"/>
              <a:t>Vamos criar uma variável para exibir ou não o nosso quadrado.</a:t>
            </a:r>
          </a:p>
          <a:p>
            <a:r>
              <a:rPr lang="pt-BR" dirty="0" smtClean="0"/>
              <a:t>Em </a:t>
            </a:r>
            <a:r>
              <a:rPr lang="pt-BR" dirty="0" err="1" smtClean="0"/>
              <a:t>export</a:t>
            </a:r>
            <a:r>
              <a:rPr lang="pt-BR" dirty="0" smtClean="0"/>
              <a:t> </a:t>
            </a:r>
            <a:r>
              <a:rPr lang="pt-BR" dirty="0" err="1" smtClean="0"/>
              <a:t>class</a:t>
            </a:r>
            <a:r>
              <a:rPr lang="pt-BR" dirty="0" smtClean="0"/>
              <a:t> vamos inserir a nossa variável.</a:t>
            </a:r>
          </a:p>
          <a:p>
            <a:r>
              <a:rPr lang="pt-BR" dirty="0" err="1"/>
              <a:t>exibir:boolean</a:t>
            </a:r>
            <a:r>
              <a:rPr lang="pt-BR" dirty="0"/>
              <a:t> = </a:t>
            </a:r>
            <a:r>
              <a:rPr lang="pt-BR" dirty="0" err="1"/>
              <a:t>true</a:t>
            </a:r>
            <a:r>
              <a:rPr lang="pt-BR" dirty="0"/>
              <a:t>;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608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no nosso componente.html e vamos inserir o nosso *</a:t>
            </a:r>
            <a:r>
              <a:rPr lang="pt-BR" dirty="0" err="1" smtClean="0"/>
              <a:t>ngIf</a:t>
            </a:r>
            <a:r>
              <a:rPr lang="pt-BR" dirty="0" smtClean="0"/>
              <a:t> = “exibir” em nossa </a:t>
            </a:r>
            <a:r>
              <a:rPr lang="pt-BR" dirty="0" err="1" smtClean="0"/>
              <a:t>div</a:t>
            </a:r>
            <a:r>
              <a:rPr lang="pt-BR" dirty="0" smtClean="0"/>
              <a:t>.</a:t>
            </a:r>
          </a:p>
          <a:p>
            <a:r>
              <a:rPr lang="pt-BR" dirty="0" smtClean="0"/>
              <a:t>Porém precisamos importar a sua biblioteca.</a:t>
            </a:r>
          </a:p>
          <a:p>
            <a:r>
              <a:rPr lang="pt-BR" dirty="0" smtClean="0"/>
              <a:t>Vamos no </a:t>
            </a:r>
            <a:r>
              <a:rPr lang="pt-BR" dirty="0" err="1" smtClean="0"/>
              <a:t>import</a:t>
            </a:r>
            <a:r>
              <a:rPr lang="pt-BR" dirty="0" smtClean="0"/>
              <a:t> do nosso componente inserir o </a:t>
            </a:r>
            <a:r>
              <a:rPr lang="pt-BR" dirty="0" err="1"/>
              <a:t>C</a:t>
            </a:r>
            <a:r>
              <a:rPr lang="pt-BR" dirty="0" err="1" smtClean="0"/>
              <a:t>ommoModule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 </a:t>
            </a:r>
            <a:r>
              <a:rPr lang="pt-BR" dirty="0" err="1"/>
              <a:t>imports</a:t>
            </a:r>
            <a:r>
              <a:rPr lang="pt-BR" dirty="0"/>
              <a:t>: [</a:t>
            </a:r>
            <a:r>
              <a:rPr lang="pt-BR" dirty="0" err="1"/>
              <a:t>CommonModule</a:t>
            </a:r>
            <a:r>
              <a:rPr lang="pt-BR" dirty="0" smtClean="0"/>
              <a:t>].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Vamos verificar se a imagem aparece.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5125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trocar o valor da variável para testar se o nossa variável está funcionando para false.</a:t>
            </a:r>
          </a:p>
          <a:p>
            <a:endParaRPr lang="pt-BR" dirty="0"/>
          </a:p>
          <a:p>
            <a:r>
              <a:rPr lang="pt-BR" dirty="0" smtClean="0"/>
              <a:t>Agora vamos criar um botão para interagir.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E a função ação.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01294"/>
            <a:ext cx="8913852" cy="79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636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3224" y="1584961"/>
            <a:ext cx="7256541" cy="324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00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/>
              <a:t>Ngfor</a:t>
            </a:r>
            <a:endParaRPr lang="pt-BR" dirty="0" smtClean="0"/>
          </a:p>
          <a:p>
            <a:r>
              <a:rPr lang="pt-BR" dirty="0" smtClean="0"/>
              <a:t>Vamos criar o nosso oitavo componente utilizando o </a:t>
            </a:r>
            <a:r>
              <a:rPr lang="pt-BR" dirty="0" err="1" smtClean="0"/>
              <a:t>ngfor</a:t>
            </a:r>
            <a:r>
              <a:rPr lang="pt-BR" dirty="0" smtClean="0"/>
              <a:t>.</a:t>
            </a:r>
          </a:p>
          <a:p>
            <a:r>
              <a:rPr lang="pt-BR" dirty="0" smtClean="0"/>
              <a:t>E conforme a rotina que utilizamos vamos incluir em nosso </a:t>
            </a:r>
            <a:r>
              <a:rPr lang="pt-BR" dirty="0" err="1" smtClean="0"/>
              <a:t>html</a:t>
            </a:r>
            <a:r>
              <a:rPr lang="pt-BR" dirty="0" smtClean="0"/>
              <a:t> o componente.</a:t>
            </a:r>
          </a:p>
          <a:p>
            <a:r>
              <a:rPr lang="pt-BR" dirty="0" smtClean="0"/>
              <a:t>Salvar ele no </a:t>
            </a:r>
            <a:r>
              <a:rPr lang="pt-BR" dirty="0" err="1" smtClean="0"/>
              <a:t>html</a:t>
            </a:r>
            <a:r>
              <a:rPr lang="pt-BR" dirty="0" smtClean="0"/>
              <a:t> principal e no </a:t>
            </a:r>
            <a:r>
              <a:rPr lang="pt-BR" dirty="0" err="1" smtClean="0"/>
              <a:t>ts</a:t>
            </a:r>
            <a:r>
              <a:rPr lang="pt-BR" dirty="0" smtClean="0"/>
              <a:t> principal</a:t>
            </a:r>
          </a:p>
          <a:p>
            <a:r>
              <a:rPr lang="pt-BR" dirty="0" smtClean="0"/>
              <a:t>Depois vamos importar no nosso componente a biblioteca </a:t>
            </a:r>
            <a:r>
              <a:rPr lang="pt-BR" dirty="0" err="1" smtClean="0"/>
              <a:t>CommonModule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70109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Importar o </a:t>
            </a:r>
            <a:r>
              <a:rPr lang="pt-BR" dirty="0" err="1" smtClean="0"/>
              <a:t>CommonModule</a:t>
            </a:r>
            <a:r>
              <a:rPr lang="pt-BR" dirty="0" smtClean="0"/>
              <a:t>.</a:t>
            </a:r>
          </a:p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654" y="2667888"/>
            <a:ext cx="7634495" cy="273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863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criar um vetor de nomes.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r>
              <a:rPr lang="pt-BR" dirty="0" smtClean="0"/>
              <a:t>Vamos no </a:t>
            </a:r>
            <a:r>
              <a:rPr lang="pt-BR" dirty="0" err="1" smtClean="0"/>
              <a:t>html</a:t>
            </a:r>
            <a:r>
              <a:rPr lang="pt-BR" dirty="0" smtClean="0"/>
              <a:t> do componente criar uma lista.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800" y="2650435"/>
            <a:ext cx="7527409" cy="1330669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665" y="4973253"/>
            <a:ext cx="9890076" cy="153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7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Aproveitando, vamos incluir o índice na nossa lista.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r>
              <a:rPr lang="pt-BR" dirty="0" smtClean="0"/>
              <a:t>Exercício, como podemos incluir o valor no índice 0.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471" y="2641617"/>
            <a:ext cx="7877064" cy="203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165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/>
              <a:t>NgSwitch</a:t>
            </a:r>
            <a:endParaRPr lang="pt-BR" dirty="0" smtClean="0"/>
          </a:p>
          <a:p>
            <a:r>
              <a:rPr lang="pt-BR" dirty="0" smtClean="0"/>
              <a:t>Agora vamos criar o nosso nono-componente.</a:t>
            </a:r>
          </a:p>
          <a:p>
            <a:r>
              <a:rPr lang="pt-BR" dirty="0" smtClean="0"/>
              <a:t>Habilitar ele em nosso componente principal.</a:t>
            </a:r>
          </a:p>
          <a:p>
            <a:endParaRPr lang="pt-BR" dirty="0"/>
          </a:p>
          <a:p>
            <a:r>
              <a:rPr lang="pt-BR" dirty="0" smtClean="0"/>
              <a:t>E vamos no </a:t>
            </a:r>
            <a:r>
              <a:rPr lang="pt-BR" dirty="0" err="1" smtClean="0"/>
              <a:t>export</a:t>
            </a:r>
            <a:r>
              <a:rPr lang="pt-BR" dirty="0" smtClean="0"/>
              <a:t> </a:t>
            </a:r>
            <a:r>
              <a:rPr lang="pt-BR" dirty="0" err="1" smtClean="0"/>
              <a:t>class</a:t>
            </a:r>
            <a:r>
              <a:rPr lang="pt-BR" dirty="0" smtClean="0"/>
              <a:t> criar uma variável para a linguagem de programação.</a:t>
            </a:r>
          </a:p>
          <a:p>
            <a:r>
              <a:rPr lang="pt-BR" dirty="0" smtClean="0"/>
              <a:t>E vamos referenciar no </a:t>
            </a:r>
            <a:r>
              <a:rPr lang="pt-BR" dirty="0" err="1" smtClean="0"/>
              <a:t>imports</a:t>
            </a:r>
            <a:r>
              <a:rPr lang="pt-BR" dirty="0" smtClean="0"/>
              <a:t> o </a:t>
            </a:r>
            <a:r>
              <a:rPr lang="pt-BR" dirty="0" err="1" smtClean="0"/>
              <a:t>CommomModule</a:t>
            </a:r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6154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Nossa variável: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675" y="2449311"/>
            <a:ext cx="7992590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378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u="sng" dirty="0" smtClean="0"/>
              <a:t>Agora vamos no nosso </a:t>
            </a:r>
            <a:r>
              <a:rPr lang="pt-BR" u="sng" dirty="0" err="1" smtClean="0"/>
              <a:t>html</a:t>
            </a:r>
            <a:r>
              <a:rPr lang="pt-BR" u="sng" dirty="0" smtClean="0"/>
              <a:t> montar a seguinte estrutura</a:t>
            </a:r>
          </a:p>
          <a:p>
            <a:endParaRPr lang="pt-BR" u="sng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653" y="2631857"/>
            <a:ext cx="8806443" cy="317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471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testar e mudar em nosso </a:t>
            </a:r>
            <a:r>
              <a:rPr lang="pt-BR" dirty="0" err="1" smtClean="0"/>
              <a:t>exportclass</a:t>
            </a:r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707" y="3124729"/>
            <a:ext cx="6946289" cy="181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559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verificar agora a nossa diretiva </a:t>
            </a:r>
            <a:r>
              <a:rPr lang="pt-BR" dirty="0" err="1" smtClean="0"/>
              <a:t>ngStyle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 smtClean="0"/>
              <a:t>Vamos criar um novo componente e referencia-lo no </a:t>
            </a:r>
            <a:r>
              <a:rPr lang="pt-BR" dirty="0" err="1" smtClean="0"/>
              <a:t>ts</a:t>
            </a:r>
            <a:r>
              <a:rPr lang="pt-BR" dirty="0" smtClean="0"/>
              <a:t> e incluí-lo no </a:t>
            </a:r>
            <a:r>
              <a:rPr lang="pt-BR" dirty="0" err="1" smtClean="0"/>
              <a:t>html</a:t>
            </a:r>
            <a:r>
              <a:rPr lang="pt-BR" dirty="0" smtClean="0"/>
              <a:t> principal.</a:t>
            </a:r>
          </a:p>
          <a:p>
            <a:endParaRPr lang="pt-BR" dirty="0"/>
          </a:p>
          <a:p>
            <a:r>
              <a:rPr lang="pt-BR" dirty="0" smtClean="0"/>
              <a:t>E vamos incluir no </a:t>
            </a:r>
            <a:r>
              <a:rPr lang="pt-BR" dirty="0" err="1" smtClean="0"/>
              <a:t>imports</a:t>
            </a:r>
            <a:r>
              <a:rPr lang="pt-BR" dirty="0" smtClean="0"/>
              <a:t> a nossa </a:t>
            </a:r>
            <a:r>
              <a:rPr lang="pt-BR" dirty="0" err="1" smtClean="0"/>
              <a:t>CommomModule</a:t>
            </a:r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2513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incluir a nossa variável</a:t>
            </a:r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66" y="2605629"/>
            <a:ext cx="8237259" cy="170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877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no nosso </a:t>
            </a:r>
            <a:r>
              <a:rPr lang="pt-BR" dirty="0" err="1" smtClean="0"/>
              <a:t>html</a:t>
            </a:r>
            <a:r>
              <a:rPr lang="pt-BR" dirty="0" smtClean="0"/>
              <a:t> incluir a </a:t>
            </a:r>
            <a:r>
              <a:rPr lang="pt-BR" dirty="0" err="1" smtClean="0"/>
              <a:t>tag</a:t>
            </a:r>
            <a:r>
              <a:rPr lang="pt-BR" dirty="0" smtClean="0"/>
              <a:t> </a:t>
            </a:r>
            <a:r>
              <a:rPr lang="pt-BR" dirty="0" err="1" smtClean="0"/>
              <a:t>ngstyle</a:t>
            </a:r>
            <a:r>
              <a:rPr lang="pt-BR" dirty="0" smtClean="0"/>
              <a:t> para mudar as cores.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Agora vamos incluir para que mude conforme a variável.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215" y="2582659"/>
            <a:ext cx="9937570" cy="128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754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inserir a condição:</a:t>
            </a:r>
          </a:p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346" y="2521499"/>
            <a:ext cx="10152454" cy="272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682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incluir uma lista de alunos aprovados primeiro vamos no </a:t>
            </a:r>
            <a:r>
              <a:rPr lang="pt-BR" dirty="0" err="1" smtClean="0"/>
              <a:t>export</a:t>
            </a:r>
            <a:r>
              <a:rPr lang="pt-BR" dirty="0" smtClean="0"/>
              <a:t> </a:t>
            </a:r>
            <a:r>
              <a:rPr lang="pt-BR" dirty="0" err="1" smtClean="0"/>
              <a:t>class</a:t>
            </a:r>
            <a:r>
              <a:rPr lang="pt-BR" dirty="0" smtClean="0"/>
              <a:t>: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740" y="2886612"/>
            <a:ext cx="8637037" cy="188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906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em nosso </a:t>
            </a:r>
            <a:r>
              <a:rPr lang="pt-BR" dirty="0" err="1" smtClean="0"/>
              <a:t>html</a:t>
            </a:r>
            <a:r>
              <a:rPr lang="pt-BR" dirty="0" smtClean="0"/>
              <a:t> incluir a condição:</a:t>
            </a:r>
          </a:p>
          <a:p>
            <a:endParaRPr lang="pt-BR" dirty="0"/>
          </a:p>
          <a:p>
            <a:r>
              <a:rPr lang="pt-BR" dirty="0" smtClean="0"/>
              <a:t>s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30248"/>
            <a:ext cx="9562184" cy="176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6598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2442</TotalTime>
  <Words>379</Words>
  <Application>Microsoft Office PowerPoint</Application>
  <PresentationFormat>Widescreen</PresentationFormat>
  <Paragraphs>81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Tema do Office</vt:lpstr>
      <vt:lpstr>Programação Web III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Unifesp</dc:creator>
  <cp:lastModifiedBy>Unifesp</cp:lastModifiedBy>
  <cp:revision>96</cp:revision>
  <dcterms:created xsi:type="dcterms:W3CDTF">2022-02-10T02:47:22Z</dcterms:created>
  <dcterms:modified xsi:type="dcterms:W3CDTF">2024-08-19T19:15:46Z</dcterms:modified>
</cp:coreProperties>
</file>