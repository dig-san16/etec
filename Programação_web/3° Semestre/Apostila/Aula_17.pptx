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09/06/2025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PWIII - ANGULAR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criar um projeto com o </a:t>
            </a:r>
            <a:r>
              <a:rPr lang="pt-BR" dirty="0" err="1" smtClean="0"/>
              <a:t>spring</a:t>
            </a:r>
            <a:r>
              <a:rPr lang="pt-BR" dirty="0" smtClean="0"/>
              <a:t> boot para conectar no </a:t>
            </a:r>
            <a:r>
              <a:rPr lang="pt-BR" dirty="0" err="1" smtClean="0"/>
              <a:t>mysql</a:t>
            </a:r>
            <a:r>
              <a:rPr lang="pt-BR" dirty="0" smtClean="0"/>
              <a:t>.</a:t>
            </a:r>
          </a:p>
          <a:p>
            <a:r>
              <a:rPr lang="pt-BR" dirty="0" err="1" smtClean="0"/>
              <a:t>Pré</a:t>
            </a:r>
            <a:r>
              <a:rPr lang="pt-BR" dirty="0" smtClean="0"/>
              <a:t> requisitos </a:t>
            </a:r>
          </a:p>
          <a:p>
            <a:r>
              <a:rPr lang="pt-BR" dirty="0" smtClean="0"/>
              <a:t>Java JDK, MYSQL, NODE.</a:t>
            </a:r>
          </a:p>
          <a:p>
            <a:endParaRPr lang="pt-BR" dirty="0" smtClean="0"/>
          </a:p>
          <a:p>
            <a:r>
              <a:rPr lang="pt-BR" dirty="0" err="1" smtClean="0"/>
              <a:t>Extensions</a:t>
            </a:r>
            <a:r>
              <a:rPr lang="pt-BR" dirty="0" smtClean="0"/>
              <a:t> do VSCODE.</a:t>
            </a:r>
          </a:p>
          <a:p>
            <a:r>
              <a:rPr lang="pt-BR" dirty="0" err="1" smtClean="0"/>
              <a:t>Extension</a:t>
            </a:r>
            <a:r>
              <a:rPr lang="pt-BR" dirty="0" smtClean="0"/>
              <a:t> Pack for Java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600" y="4947681"/>
            <a:ext cx="6284011" cy="113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3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Extension</a:t>
            </a:r>
            <a:r>
              <a:rPr lang="pt-BR" dirty="0" smtClean="0"/>
              <a:t> Spring boot </a:t>
            </a:r>
            <a:r>
              <a:rPr lang="pt-BR" dirty="0" err="1" smtClean="0"/>
              <a:t>extension</a:t>
            </a:r>
            <a:r>
              <a:rPr lang="pt-BR" dirty="0" smtClean="0"/>
              <a:t> pack.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err="1" smtClean="0"/>
              <a:t>Lombok</a:t>
            </a:r>
            <a:r>
              <a:rPr lang="pt-BR" dirty="0" smtClean="0"/>
              <a:t> </a:t>
            </a:r>
            <a:r>
              <a:rPr lang="pt-BR" dirty="0" err="1" smtClean="0"/>
              <a:t>Annotations</a:t>
            </a:r>
            <a:r>
              <a:rPr lang="pt-BR" dirty="0" smtClean="0"/>
              <a:t> </a:t>
            </a:r>
            <a:r>
              <a:rPr lang="pt-BR" dirty="0" err="1" smtClean="0"/>
              <a:t>Suport</a:t>
            </a:r>
            <a:r>
              <a:rPr lang="pt-BR" dirty="0" smtClean="0"/>
              <a:t> for </a:t>
            </a:r>
            <a:r>
              <a:rPr lang="pt-BR" dirty="0" err="1" smtClean="0"/>
              <a:t>VSCode</a:t>
            </a:r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61" y="2266216"/>
            <a:ext cx="6906589" cy="16099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732" y="4937676"/>
            <a:ext cx="6458045" cy="142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92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 smtClean="0"/>
              <a:t>Thunder</a:t>
            </a:r>
            <a:r>
              <a:rPr lang="pt-BR" dirty="0" smtClean="0"/>
              <a:t> </a:t>
            </a:r>
            <a:r>
              <a:rPr lang="pt-BR" dirty="0" err="1" smtClean="0"/>
              <a:t>Client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r>
              <a:rPr lang="pt-BR" dirty="0" err="1" smtClean="0"/>
              <a:t>Mysql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884" y="2276167"/>
            <a:ext cx="7135221" cy="145752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884" y="4348706"/>
            <a:ext cx="7030431" cy="15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49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abrir o </a:t>
            </a:r>
            <a:r>
              <a:rPr lang="pt-BR" dirty="0" err="1" smtClean="0"/>
              <a:t>vscode</a:t>
            </a:r>
            <a:r>
              <a:rPr lang="pt-BR" dirty="0" smtClean="0"/>
              <a:t> uma nova janela</a:t>
            </a:r>
          </a:p>
          <a:p>
            <a:endParaRPr lang="pt-BR" dirty="0"/>
          </a:p>
          <a:p>
            <a:r>
              <a:rPr lang="pt-BR" dirty="0" smtClean="0"/>
              <a:t>Abrir o </a:t>
            </a:r>
            <a:r>
              <a:rPr lang="pt-BR" dirty="0" err="1" smtClean="0"/>
              <a:t>view</a:t>
            </a:r>
            <a:r>
              <a:rPr lang="pt-BR" dirty="0" smtClean="0"/>
              <a:t> – </a:t>
            </a:r>
            <a:r>
              <a:rPr lang="pt-BR" dirty="0" err="1" smtClean="0"/>
              <a:t>command</a:t>
            </a:r>
            <a:r>
              <a:rPr lang="pt-BR" dirty="0" smtClean="0"/>
              <a:t> </a:t>
            </a:r>
            <a:r>
              <a:rPr lang="pt-BR" dirty="0" err="1" smtClean="0"/>
              <a:t>palette</a:t>
            </a:r>
            <a:endParaRPr lang="pt-BR" dirty="0" smtClean="0"/>
          </a:p>
          <a:p>
            <a:endParaRPr lang="pt-BR" dirty="0"/>
          </a:p>
          <a:p>
            <a:r>
              <a:rPr lang="pt-BR" dirty="0" err="1" smtClean="0"/>
              <a:t>Create</a:t>
            </a:r>
            <a:r>
              <a:rPr lang="pt-BR" dirty="0" smtClean="0"/>
              <a:t> a </a:t>
            </a:r>
            <a:r>
              <a:rPr lang="pt-BR" dirty="0" err="1" smtClean="0"/>
              <a:t>Maven</a:t>
            </a:r>
            <a:r>
              <a:rPr lang="pt-BR" dirty="0" smtClean="0"/>
              <a:t> Project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638" y="4338381"/>
            <a:ext cx="6516009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37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selecionar a versão 3.5</a:t>
            </a:r>
          </a:p>
          <a:p>
            <a:r>
              <a:rPr lang="pt-BR" dirty="0"/>
              <a:t> </a:t>
            </a:r>
            <a:r>
              <a:rPr lang="pt-BR" dirty="0" smtClean="0"/>
              <a:t>Java</a:t>
            </a:r>
          </a:p>
          <a:p>
            <a:r>
              <a:rPr lang="pt-BR" dirty="0" smtClean="0"/>
              <a:t>Nome é </a:t>
            </a:r>
            <a:r>
              <a:rPr lang="pt-BR" dirty="0" err="1" smtClean="0"/>
              <a:t>br.com.projeto</a:t>
            </a:r>
            <a:endParaRPr lang="pt-BR" dirty="0" smtClean="0"/>
          </a:p>
          <a:p>
            <a:r>
              <a:rPr lang="pt-BR" dirty="0" smtClean="0"/>
              <a:t>Id é API</a:t>
            </a:r>
          </a:p>
          <a:p>
            <a:r>
              <a:rPr lang="pt-BR" dirty="0" smtClean="0"/>
              <a:t>Pacote </a:t>
            </a:r>
            <a:r>
              <a:rPr lang="pt-BR" dirty="0" err="1" smtClean="0"/>
              <a:t>Jar</a:t>
            </a:r>
            <a:endParaRPr lang="pt-BR" dirty="0" smtClean="0"/>
          </a:p>
          <a:p>
            <a:r>
              <a:rPr lang="pt-BR" dirty="0" smtClean="0"/>
              <a:t>Java a última versão.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133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instalar algumas dependências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Spring Boot </a:t>
            </a:r>
            <a:r>
              <a:rPr lang="pt-BR" dirty="0" err="1" smtClean="0"/>
              <a:t>DevTools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Spring Web</a:t>
            </a:r>
          </a:p>
          <a:p>
            <a:pPr marL="0" indent="0">
              <a:buNone/>
            </a:pPr>
            <a:r>
              <a:rPr lang="pt-BR" dirty="0" smtClean="0"/>
              <a:t>Spring Data JPA </a:t>
            </a:r>
            <a:r>
              <a:rPr lang="pt-BR" dirty="0" err="1" smtClean="0"/>
              <a:t>sql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Mysql</a:t>
            </a:r>
            <a:r>
              <a:rPr lang="pt-BR" dirty="0" smtClean="0"/>
              <a:t> Driver</a:t>
            </a:r>
          </a:p>
          <a:p>
            <a:pPr marL="0" indent="0">
              <a:buNone/>
            </a:pPr>
            <a:r>
              <a:rPr lang="pt-BR" dirty="0" err="1" smtClean="0"/>
              <a:t>Lombok</a:t>
            </a:r>
            <a:r>
              <a:rPr lang="pt-BR" dirty="0" smtClean="0"/>
              <a:t> </a:t>
            </a:r>
            <a:r>
              <a:rPr lang="pt-BR" dirty="0" err="1" smtClean="0"/>
              <a:t>Developer</a:t>
            </a:r>
            <a:r>
              <a:rPr lang="pt-BR" dirty="0" smtClean="0"/>
              <a:t> tools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958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selecionar as nossas 5 dependências.</a:t>
            </a:r>
            <a:endParaRPr lang="pt-BR" dirty="0"/>
          </a:p>
          <a:p>
            <a:r>
              <a:rPr lang="pt-BR" dirty="0" smtClean="0"/>
              <a:t>E gerar o nosso projeto em Documentos pode colocar o nome de </a:t>
            </a:r>
            <a:r>
              <a:rPr lang="pt-BR" dirty="0" err="1" smtClean="0"/>
              <a:t>spring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 smtClean="0"/>
              <a:t>Vamos abrir o nosso projeto.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921" y="3697895"/>
            <a:ext cx="6264662" cy="274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5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acessar a pasta </a:t>
            </a:r>
            <a:r>
              <a:rPr lang="pt-BR" dirty="0" err="1" smtClean="0"/>
              <a:t>api</a:t>
            </a:r>
            <a:r>
              <a:rPr lang="pt-BR" dirty="0" smtClean="0"/>
              <a:t> e criar três pastas.</a:t>
            </a:r>
          </a:p>
          <a:p>
            <a:endParaRPr lang="pt-BR" dirty="0"/>
          </a:p>
          <a:p>
            <a:r>
              <a:rPr lang="pt-BR" dirty="0" smtClean="0"/>
              <a:t>Controle</a:t>
            </a:r>
          </a:p>
          <a:p>
            <a:r>
              <a:rPr lang="pt-BR" dirty="0" err="1" smtClean="0"/>
              <a:t>Repositorio</a:t>
            </a:r>
            <a:endParaRPr lang="pt-BR" dirty="0" smtClean="0"/>
          </a:p>
          <a:p>
            <a:r>
              <a:rPr lang="pt-BR" dirty="0" smtClean="0"/>
              <a:t>modelo.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Agora vamos criar o nosso arquivo controle.java na pasta controle.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1549" y="1825625"/>
            <a:ext cx="3048425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67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arquivo vai ser uma classe de controle.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71" y="2390921"/>
            <a:ext cx="6276807" cy="208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100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Na pasta Modelo vamos criar um arquivo cliente.java.</a:t>
            </a:r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64749"/>
            <a:ext cx="8164064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73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E no repositório vamos criar uma interface repositório.java.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223" y="2473868"/>
            <a:ext cx="7706556" cy="2588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92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88303"/>
            <a:ext cx="10515600" cy="4351338"/>
          </a:xfrm>
        </p:spPr>
        <p:txBody>
          <a:bodyPr/>
          <a:lstStyle/>
          <a:p>
            <a:r>
              <a:rPr lang="pt-BR" dirty="0" smtClean="0"/>
              <a:t>Agora vamos criar uma base de dados e configurar o arquivo </a:t>
            </a:r>
            <a:r>
              <a:rPr lang="pt-BR" dirty="0" err="1" smtClean="0"/>
              <a:t>application</a:t>
            </a:r>
            <a:r>
              <a:rPr lang="pt-BR" dirty="0"/>
              <a:t> </a:t>
            </a:r>
            <a:r>
              <a:rPr lang="pt-BR" dirty="0" err="1" smtClean="0"/>
              <a:t>properties</a:t>
            </a:r>
            <a:r>
              <a:rPr lang="pt-BR" dirty="0" smtClean="0"/>
              <a:t>.</a:t>
            </a:r>
            <a:endParaRPr lang="pt-BR" dirty="0"/>
          </a:p>
          <a:p>
            <a:pPr marL="0" indent="0">
              <a:buNone/>
            </a:pPr>
            <a:r>
              <a:rPr lang="pt-BR" dirty="0" smtClean="0"/>
              <a:t>Funciona tanto com o Workbench e precisamos conectar no nosso banco.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845" y="3086841"/>
            <a:ext cx="6806502" cy="363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2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Criar a base de dados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90" y="2545181"/>
            <a:ext cx="9557701" cy="205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960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75522" y="1653347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pt-BR" dirty="0" smtClean="0"/>
              <a:t>Agora vamos para o arquivo </a:t>
            </a:r>
            <a:r>
              <a:rPr lang="pt-BR" dirty="0" err="1" smtClean="0"/>
              <a:t>application.properties</a:t>
            </a:r>
            <a:r>
              <a:rPr lang="pt-BR" dirty="0" smtClean="0"/>
              <a:t> que está dentro da pasta </a:t>
            </a:r>
            <a:r>
              <a:rPr lang="pt-BR" dirty="0" err="1" smtClean="0"/>
              <a:t>resource</a:t>
            </a:r>
            <a:r>
              <a:rPr lang="pt-BR" dirty="0" smtClean="0"/>
              <a:t>.</a:t>
            </a:r>
          </a:p>
          <a:p>
            <a:r>
              <a:rPr lang="pt-BR" dirty="0" smtClean="0"/>
              <a:t>E vamos inserir esse código</a:t>
            </a:r>
            <a:r>
              <a:rPr lang="pt-BR" dirty="0" smtClean="0"/>
              <a:t>.</a:t>
            </a:r>
          </a:p>
          <a:p>
            <a:r>
              <a:rPr lang="pt-BR" dirty="0" smtClean="0"/>
              <a:t># Altera a estrutura da tabela caso a entidade tenha mudanças.</a:t>
            </a:r>
          </a:p>
          <a:p>
            <a:r>
              <a:rPr lang="pt-BR" dirty="0" err="1" smtClean="0"/>
              <a:t>spring.jpa.hibernate.ddl</a:t>
            </a:r>
            <a:r>
              <a:rPr lang="pt-BR" dirty="0" smtClean="0"/>
              <a:t>-auto=</a:t>
            </a:r>
            <a:r>
              <a:rPr lang="pt-BR" dirty="0" err="1" smtClean="0"/>
              <a:t>update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# Acesso ao banco de dados</a:t>
            </a:r>
          </a:p>
          <a:p>
            <a:r>
              <a:rPr lang="pt-BR" dirty="0" smtClean="0"/>
              <a:t>spring.datasource.url=</a:t>
            </a:r>
            <a:r>
              <a:rPr lang="pt-BR" dirty="0" err="1" smtClean="0"/>
              <a:t>jdbc:mysql</a:t>
            </a:r>
            <a:r>
              <a:rPr lang="pt-BR" dirty="0" smtClean="0"/>
              <a:t>://${</a:t>
            </a:r>
            <a:r>
              <a:rPr lang="pt-BR" dirty="0" err="1" smtClean="0"/>
              <a:t>MYSQL_HOST:localhost</a:t>
            </a:r>
            <a:r>
              <a:rPr lang="pt-BR" dirty="0" smtClean="0"/>
              <a:t>}:3306/</a:t>
            </a:r>
            <a:r>
              <a:rPr lang="pt-BR" dirty="0" err="1" smtClean="0"/>
              <a:t>nome_base_de_dados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# Usuário do banco de dados</a:t>
            </a:r>
          </a:p>
          <a:p>
            <a:r>
              <a:rPr lang="pt-BR" dirty="0" err="1" smtClean="0"/>
              <a:t>spring.datasource.username</a:t>
            </a:r>
            <a:r>
              <a:rPr lang="pt-BR" dirty="0" smtClean="0"/>
              <a:t>=</a:t>
            </a:r>
            <a:r>
              <a:rPr lang="pt-BR" dirty="0" err="1" smtClean="0"/>
              <a:t>seu_usuário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# Senha do banco de dados</a:t>
            </a:r>
          </a:p>
          <a:p>
            <a:r>
              <a:rPr lang="pt-BR" dirty="0" err="1" smtClean="0"/>
              <a:t>spring.datasource.password</a:t>
            </a:r>
            <a:r>
              <a:rPr lang="pt-BR" dirty="0" smtClean="0"/>
              <a:t>=</a:t>
            </a:r>
            <a:r>
              <a:rPr lang="pt-BR" dirty="0" err="1" smtClean="0"/>
              <a:t>sua_senha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7854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25217"/>
            <a:ext cx="10515600" cy="4851746"/>
          </a:xfrm>
        </p:spPr>
        <p:txBody>
          <a:bodyPr>
            <a:normAutofit fontScale="85000" lnSpcReduction="20000"/>
          </a:bodyPr>
          <a:lstStyle/>
          <a:p>
            <a:r>
              <a:rPr lang="pt-BR" dirty="0" smtClean="0"/>
              <a:t>Agora vamos alterar as configurações e incluir as nossas informações para acessar o nosso banco</a:t>
            </a:r>
            <a:r>
              <a:rPr lang="pt-BR" dirty="0" smtClean="0"/>
              <a:t>.</a:t>
            </a:r>
          </a:p>
          <a:p>
            <a:r>
              <a:rPr lang="pt-BR" dirty="0"/>
              <a:t># Altera a estrutura da tabela caso a entidade tenha mudanças.</a:t>
            </a:r>
          </a:p>
          <a:p>
            <a:r>
              <a:rPr lang="pt-BR" dirty="0" err="1" smtClean="0"/>
              <a:t>spring.jpa.hibernate.ddl</a:t>
            </a:r>
            <a:r>
              <a:rPr lang="pt-BR" dirty="0" smtClean="0"/>
              <a:t>-auto=</a:t>
            </a:r>
            <a:r>
              <a:rPr lang="pt-BR" dirty="0" err="1" smtClean="0"/>
              <a:t>update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# Acesso ao banco de dados</a:t>
            </a:r>
          </a:p>
          <a:p>
            <a:r>
              <a:rPr lang="pt-BR" dirty="0"/>
              <a:t>spring.datasource.url=</a:t>
            </a:r>
            <a:r>
              <a:rPr lang="pt-BR" dirty="0" err="1"/>
              <a:t>jdbc:mysql</a:t>
            </a:r>
            <a:r>
              <a:rPr lang="pt-BR" dirty="0"/>
              <a:t>://</a:t>
            </a:r>
            <a:r>
              <a:rPr lang="pt-BR" dirty="0" smtClean="0"/>
              <a:t>127.0.0.1:3309/</a:t>
            </a:r>
            <a:r>
              <a:rPr lang="pt-BR" dirty="0" err="1" smtClean="0"/>
              <a:t>projeto_angular_spring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# Usuário do banco de dados</a:t>
            </a:r>
          </a:p>
          <a:p>
            <a:r>
              <a:rPr lang="pt-BR" dirty="0" err="1" smtClean="0"/>
              <a:t>spring.datasource.username</a:t>
            </a:r>
            <a:r>
              <a:rPr lang="pt-BR" dirty="0" smtClean="0"/>
              <a:t>=</a:t>
            </a:r>
            <a:r>
              <a:rPr lang="pt-BR" dirty="0" err="1" smtClean="0"/>
              <a:t>admin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# Senha do banco de dados</a:t>
            </a:r>
          </a:p>
          <a:p>
            <a:r>
              <a:rPr lang="pt-BR" dirty="0" err="1" smtClean="0"/>
              <a:t>spring.datasource.password</a:t>
            </a:r>
            <a:r>
              <a:rPr lang="pt-BR" dirty="0" smtClean="0"/>
              <a:t>=etec123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# Configurando o </a:t>
            </a:r>
            <a:r>
              <a:rPr lang="pt-BR" dirty="0" err="1"/>
              <a:t>Hibernate</a:t>
            </a:r>
            <a:endParaRPr lang="pt-BR" dirty="0"/>
          </a:p>
          <a:p>
            <a:r>
              <a:rPr lang="pt-BR" dirty="0" err="1" smtClean="0"/>
              <a:t>spring.jpa.database-platform</a:t>
            </a:r>
            <a:r>
              <a:rPr lang="pt-BR" dirty="0" smtClean="0"/>
              <a:t>=org.hibernate.dialect.MySQL8Dialect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>#Configurando o driver.</a:t>
            </a:r>
          </a:p>
          <a:p>
            <a:r>
              <a:rPr lang="pt-BR" dirty="0" err="1"/>
              <a:t>spring.datasource.driver-class-name</a:t>
            </a:r>
            <a:r>
              <a:rPr lang="pt-BR" dirty="0"/>
              <a:t>=</a:t>
            </a:r>
            <a:r>
              <a:rPr lang="pt-BR" dirty="0" err="1"/>
              <a:t>com.mysql.cj.jdbc.Driver</a:t>
            </a:r>
            <a:endParaRPr lang="pt-BR" dirty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81267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no nosso arquivo controle.java verificar a conexão do nosso controle.</a:t>
            </a:r>
          </a:p>
          <a:p>
            <a:r>
              <a:rPr lang="pt-BR" dirty="0" smtClean="0"/>
              <a:t>Vamos inserir a @</a:t>
            </a:r>
            <a:r>
              <a:rPr lang="pt-BR" dirty="0" err="1" smtClean="0"/>
              <a:t>RestController</a:t>
            </a:r>
            <a:endParaRPr lang="pt-BR" dirty="0" smtClean="0"/>
          </a:p>
          <a:p>
            <a:endParaRPr lang="pt-BR" b="1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78" y="3315361"/>
            <a:ext cx="8255495" cy="286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27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sng" dirty="0" smtClean="0"/>
              <a:t>Vamos inserir agora o nosso controle</a:t>
            </a:r>
          </a:p>
          <a:p>
            <a:pPr marL="0" indent="0">
              <a:buNone/>
            </a:pPr>
            <a:r>
              <a:rPr lang="en-US" u="sng" dirty="0"/>
              <a:t> @</a:t>
            </a:r>
            <a:r>
              <a:rPr lang="en-US" u="sng" dirty="0" err="1" smtClean="0"/>
              <a:t>GetMapping</a:t>
            </a: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public </a:t>
            </a:r>
            <a:r>
              <a:rPr lang="en-US" u="sng" dirty="0"/>
              <a:t>String teste(){</a:t>
            </a:r>
          </a:p>
          <a:p>
            <a:pPr marL="0" indent="0">
              <a:buNone/>
            </a:pPr>
            <a:r>
              <a:rPr lang="en-US" u="sng" dirty="0" smtClean="0"/>
              <a:t>return </a:t>
            </a:r>
            <a:r>
              <a:rPr lang="en-US" u="sng" dirty="0"/>
              <a:t>"Hello World";</a:t>
            </a:r>
          </a:p>
          <a:p>
            <a:pPr marL="0" indent="0">
              <a:buNone/>
            </a:pPr>
            <a:r>
              <a:rPr lang="en-US" u="sng" dirty="0"/>
              <a:t> </a:t>
            </a:r>
            <a:r>
              <a:rPr lang="en-US" u="sng" dirty="0" smtClean="0"/>
              <a:t>}</a:t>
            </a:r>
          </a:p>
          <a:p>
            <a:pPr marL="0" indent="0">
              <a:buNone/>
            </a:pPr>
            <a:endParaRPr lang="en-US" u="sng" dirty="0"/>
          </a:p>
          <a:p>
            <a:endParaRPr lang="pt-BR" u="sng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58" y="2443786"/>
            <a:ext cx="7040748" cy="373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33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Agora vamos no arquivo </a:t>
            </a:r>
            <a:r>
              <a:rPr lang="pt-BR" dirty="0" err="1" smtClean="0"/>
              <a:t>apiaplicattion</a:t>
            </a:r>
            <a:r>
              <a:rPr lang="pt-BR" dirty="0" smtClean="0"/>
              <a:t> e rodar o </a:t>
            </a:r>
            <a:r>
              <a:rPr lang="pt-BR" dirty="0" err="1" smtClean="0"/>
              <a:t>run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41" y="2596160"/>
            <a:ext cx="8100077" cy="318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511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3937</TotalTime>
  <Words>335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Tema do Office</vt:lpstr>
      <vt:lpstr>PWIII - ANGULAR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200</cp:revision>
  <dcterms:created xsi:type="dcterms:W3CDTF">2022-02-10T02:47:22Z</dcterms:created>
  <dcterms:modified xsi:type="dcterms:W3CDTF">2025-06-09T20:57:22Z</dcterms:modified>
</cp:coreProperties>
</file>