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zwF5pyuxjAW5FaL3sWl96Z0GG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85730" y="120799"/>
            <a:ext cx="2075713" cy="133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4338" y="328307"/>
            <a:ext cx="1400879" cy="91912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Programação Web III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Prof. Ederson Luiz Silva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Projeto de Formulário: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0721" y="2659354"/>
            <a:ext cx="8150557" cy="3517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conseguimos incluir a nossa variável com tipo número null e uma string vazia.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0991" y="3261906"/>
            <a:ext cx="6858957" cy="2915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StrictullChecks: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criar um projeto com o nome projeto e criar um novo componente que vai ser utilizado em nosso projeto.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Posteriormente depois das validações vamos criar duas variáveis com nome e idade, porém não vamos inicializar essas variáveis, e vamos alterar a configuração do typescript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criar duas variáveis: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352" y="2689164"/>
            <a:ext cx="8288644" cy="2624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incluir a nossa biblioteca de formulário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722" y="2705612"/>
            <a:ext cx="9669371" cy="3072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procurar o arquivo tsconfig.json e alterar a sua configuração.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Dentro de </a:t>
            </a:r>
            <a:r>
              <a:rPr b="1" lang="pt-BR" u="sng"/>
              <a:t>compilerOptions</a:t>
            </a:r>
            <a:r>
              <a:rPr lang="pt-BR"/>
              <a:t> vamos escrever</a:t>
            </a:r>
            <a:r>
              <a:rPr b="1" lang="pt-BR"/>
              <a:t> “strictNullChecks”= false;</a:t>
            </a:r>
            <a:endParaRPr b="1"/>
          </a:p>
        </p:txBody>
      </p:sp>
      <p:pic>
        <p:nvPicPr>
          <p:cNvPr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9522" y="3053154"/>
            <a:ext cx="5449060" cy="3296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começar a criar o nosso formulário no arquivo html: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1276" y="2271820"/>
            <a:ext cx="9710735" cy="3458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vamos habilitar o nosso bootstrap para o nosso novo projeto.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alterar o nosso CSS: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1479" y="2675615"/>
            <a:ext cx="5810283" cy="2386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Nosso Css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0" name="Google Shape;1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8150" y="2636092"/>
            <a:ext cx="6281159" cy="1551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6" name="Google Shape;166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Nossos botões: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7" name="Google Shape;1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343" y="2546396"/>
            <a:ext cx="6039264" cy="2714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2022-02-10T02:47:22Z</dcterms:created>
  <dc:creator>Unifesp</dc:creator>
</cp:coreProperties>
</file>