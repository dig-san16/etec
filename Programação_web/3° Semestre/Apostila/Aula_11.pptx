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07/10/2024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73545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07/10/2024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8608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07/10/2024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8514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07/10/2024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47512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07/10/2024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8721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07/10/2024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90544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07/10/2024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70833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07/10/2024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59125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07/10/2024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99335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07/10/2024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31817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07/10/2024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5618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07/10/2024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59517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B8718D-9FD5-4C09-94C0-5E1E70133E71}" type="datetimeFigureOut">
              <a:rPr lang="pt-BR" smtClean="0"/>
              <a:pPr/>
              <a:t>07/10/2024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730" y="120799"/>
            <a:ext cx="2075713" cy="1334139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38" y="328307"/>
            <a:ext cx="1400879" cy="91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89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Programação Web III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b="1" dirty="0" smtClean="0"/>
              <a:t>Prof. Ederson Luiz Silva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774967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Botão Exclusão.</a:t>
            </a:r>
            <a:endParaRPr lang="pt-BR" dirty="0"/>
          </a:p>
          <a:p>
            <a:r>
              <a:rPr lang="pt-BR" dirty="0" smtClean="0"/>
              <a:t>Vamos  no nosso arquivo </a:t>
            </a:r>
            <a:r>
              <a:rPr lang="pt-BR" dirty="0" err="1" smtClean="0"/>
              <a:t>ts</a:t>
            </a:r>
            <a:r>
              <a:rPr lang="pt-BR" dirty="0" smtClean="0"/>
              <a:t> para incluir a função de remoção.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351" y="3020509"/>
            <a:ext cx="6455145" cy="337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579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incluir a função no nosso botão de remover.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994" y="3076526"/>
            <a:ext cx="7964011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068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Vamos criar a nossa função de cancelamento</a:t>
            </a:r>
          </a:p>
          <a:p>
            <a:endParaRPr lang="pt-BR" dirty="0" smtClean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533" y="2702881"/>
            <a:ext cx="5035849" cy="324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593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incluir a função de cancelamento.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06" y="2809462"/>
            <a:ext cx="10621328" cy="206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87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Vamos incluir um campo tipo rádio:</a:t>
            </a:r>
          </a:p>
          <a:p>
            <a:endParaRPr lang="pt-BR" dirty="0"/>
          </a:p>
          <a:p>
            <a:r>
              <a:rPr lang="pt-BR" dirty="0" smtClean="0"/>
              <a:t>Vamos no nosso arquivo TS.</a:t>
            </a:r>
          </a:p>
          <a:p>
            <a:endParaRPr lang="pt-BR" dirty="0" smtClean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56" y="3410137"/>
            <a:ext cx="9657967" cy="499254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456" y="4240866"/>
            <a:ext cx="9105903" cy="79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421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Incluir no nosso modelo Pessoa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648" y="2347147"/>
            <a:ext cx="6833726" cy="268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945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E por último no nosso </a:t>
            </a:r>
            <a:r>
              <a:rPr lang="pt-BR" dirty="0" err="1" smtClean="0"/>
              <a:t>html</a:t>
            </a:r>
            <a:endParaRPr lang="pt-BR" dirty="0" smtClean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446" y="2490614"/>
            <a:ext cx="11059047" cy="368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206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E em nossa tabela: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342" y="2391116"/>
            <a:ext cx="7640116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3709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2890</TotalTime>
  <Words>78</Words>
  <Application>Microsoft Office PowerPoint</Application>
  <PresentationFormat>Widescreen</PresentationFormat>
  <Paragraphs>15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do Office</vt:lpstr>
      <vt:lpstr>Programação Web III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Unifesp</dc:creator>
  <cp:lastModifiedBy>Tecnico</cp:lastModifiedBy>
  <cp:revision>128</cp:revision>
  <dcterms:created xsi:type="dcterms:W3CDTF">2022-02-10T02:47:22Z</dcterms:created>
  <dcterms:modified xsi:type="dcterms:W3CDTF">2024-10-08T00:12:58Z</dcterms:modified>
</cp:coreProperties>
</file>