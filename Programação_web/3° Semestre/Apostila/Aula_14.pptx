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colocar o nosso servidor de </a:t>
            </a:r>
            <a:r>
              <a:rPr lang="pt-BR" dirty="0" err="1" smtClean="0"/>
              <a:t>api</a:t>
            </a:r>
            <a:r>
              <a:rPr lang="pt-BR" dirty="0" smtClean="0"/>
              <a:t> no ar</a:t>
            </a:r>
          </a:p>
          <a:p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/>
              <a:t>json</a:t>
            </a:r>
            <a:r>
              <a:rPr lang="pt-BR" dirty="0"/>
              <a:t>-server </a:t>
            </a:r>
            <a:r>
              <a:rPr lang="pt-BR" dirty="0" err="1"/>
              <a:t>produtos.json</a:t>
            </a:r>
            <a:endParaRPr lang="pt-BR" dirty="0"/>
          </a:p>
          <a:p>
            <a:r>
              <a:rPr lang="pt-BR" dirty="0" smtClean="0"/>
              <a:t>Implementando o </a:t>
            </a:r>
            <a:r>
              <a:rPr lang="pt-BR" dirty="0" err="1" smtClean="0"/>
              <a:t>provideHttpdClient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Vamos utiliza-lo para conectar na nossa API</a:t>
            </a:r>
          </a:p>
          <a:p>
            <a:endParaRPr lang="pt-BR" dirty="0" smtClean="0"/>
          </a:p>
          <a:p>
            <a:r>
              <a:rPr lang="pt-BR" dirty="0" smtClean="0"/>
              <a:t>Vamos utilizar o arquivo </a:t>
            </a:r>
            <a:r>
              <a:rPr lang="pt-BR" dirty="0" err="1" smtClean="0"/>
              <a:t>app.config.ts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426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implementar o </a:t>
            </a:r>
            <a:r>
              <a:rPr lang="pt-BR" dirty="0" err="1" smtClean="0"/>
              <a:t>provideHttpClient</a:t>
            </a:r>
            <a:r>
              <a:rPr lang="pt-BR" dirty="0" smtClean="0"/>
              <a:t>(</a:t>
            </a:r>
            <a:r>
              <a:rPr lang="pt-BR" dirty="0" err="1" smtClean="0"/>
              <a:t>withFetch</a:t>
            </a:r>
            <a:r>
              <a:rPr lang="pt-BR" dirty="0" smtClean="0"/>
              <a:t>())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2657367"/>
            <a:ext cx="10869542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8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dar uma olhada no </a:t>
            </a:r>
            <a:r>
              <a:rPr lang="pt-BR" dirty="0" err="1" smtClean="0"/>
              <a:t>RXjs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 </a:t>
            </a:r>
            <a:r>
              <a:rPr lang="pt-BR" dirty="0" err="1" smtClean="0"/>
              <a:t>Rxjs</a:t>
            </a:r>
            <a:r>
              <a:rPr lang="pt-BR" dirty="0" smtClean="0"/>
              <a:t> é uma biblioteca para trabalhar com programação reativa, utilizando tecnologias </a:t>
            </a:r>
            <a:r>
              <a:rPr lang="pt-BR" dirty="0" err="1" smtClean="0"/>
              <a:t>JavaScript</a:t>
            </a:r>
            <a:r>
              <a:rPr lang="pt-BR" dirty="0" smtClean="0"/>
              <a:t> ou </a:t>
            </a:r>
            <a:r>
              <a:rPr lang="pt-BR" dirty="0" err="1" smtClean="0"/>
              <a:t>TypeScript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Programação reativa é o sistema mudar de acordo com um evento ou mudança.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155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Funções que podem ser trabalhadas.</a:t>
            </a:r>
          </a:p>
          <a:p>
            <a:r>
              <a:rPr lang="pt-BR" dirty="0" err="1" smtClean="0"/>
              <a:t>Observable</a:t>
            </a:r>
            <a:r>
              <a:rPr lang="pt-BR" dirty="0" smtClean="0"/>
              <a:t>: Função responsável por executar alguma ação em determinados períodos.</a:t>
            </a:r>
          </a:p>
          <a:p>
            <a:endParaRPr lang="pt-BR" dirty="0"/>
          </a:p>
          <a:p>
            <a:r>
              <a:rPr lang="pt-BR" dirty="0" err="1" smtClean="0"/>
              <a:t>Subscribe</a:t>
            </a:r>
            <a:r>
              <a:rPr lang="pt-BR" dirty="0" smtClean="0"/>
              <a:t>: Quando um </a:t>
            </a:r>
            <a:r>
              <a:rPr lang="pt-BR" dirty="0" err="1" smtClean="0"/>
              <a:t>Observable</a:t>
            </a:r>
            <a:r>
              <a:rPr lang="pt-BR" dirty="0" smtClean="0"/>
              <a:t> encontrar algo, o </a:t>
            </a:r>
            <a:r>
              <a:rPr lang="pt-BR" dirty="0" err="1" smtClean="0"/>
              <a:t>Subscribe</a:t>
            </a:r>
            <a:r>
              <a:rPr lang="pt-BR" dirty="0" smtClean="0"/>
              <a:t> será notificado, podendo realizar alguma 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937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Criando a camada de serviços</a:t>
            </a:r>
          </a:p>
          <a:p>
            <a:r>
              <a:rPr lang="pt-BR" dirty="0" smtClean="0"/>
              <a:t>Vamos no nosso </a:t>
            </a:r>
            <a:r>
              <a:rPr lang="pt-BR" dirty="0" err="1" smtClean="0"/>
              <a:t>prompt</a:t>
            </a:r>
            <a:r>
              <a:rPr lang="pt-BR" dirty="0" smtClean="0"/>
              <a:t> e rodar o comando </a:t>
            </a:r>
            <a:r>
              <a:rPr lang="pt-BR" dirty="0" err="1" smtClean="0"/>
              <a:t>ng</a:t>
            </a:r>
            <a:r>
              <a:rPr lang="pt-BR" dirty="0" smtClean="0"/>
              <a:t> g s serviço/produto</a:t>
            </a:r>
          </a:p>
          <a:p>
            <a:r>
              <a:rPr lang="pt-BR" dirty="0" smtClean="0"/>
              <a:t>E vamos criar a nossa camada de serviços.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86" y="3540224"/>
            <a:ext cx="5725324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1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lz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78140"/>
            <a:ext cx="10515600" cy="244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8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abrir os arquivos do componentes </a:t>
            </a:r>
            <a:r>
              <a:rPr lang="pt-BR" dirty="0" err="1" smtClean="0"/>
              <a:t>ts</a:t>
            </a:r>
            <a:r>
              <a:rPr lang="pt-BR" dirty="0" smtClean="0"/>
              <a:t> e </a:t>
            </a:r>
            <a:r>
              <a:rPr lang="pt-BR" dirty="0" err="1" smtClean="0"/>
              <a:t>html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 smtClean="0"/>
              <a:t>E vamos importar o </a:t>
            </a:r>
            <a:r>
              <a:rPr lang="pt-BR" dirty="0" err="1" smtClean="0"/>
              <a:t>CommomModule</a:t>
            </a:r>
            <a:r>
              <a:rPr lang="pt-BR" dirty="0"/>
              <a:t> </a:t>
            </a:r>
            <a:r>
              <a:rPr lang="pt-BR" dirty="0" smtClean="0"/>
              <a:t>e cadastrar o vetor Produto.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89" y="2824522"/>
            <a:ext cx="6968215" cy="396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7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criar um construtor para ter acesso a todas as nossas funções de cadastro, exclusão e execução.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77" y="2824035"/>
            <a:ext cx="6649201" cy="270212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478" y="2824035"/>
            <a:ext cx="475363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7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Inicializar o componente </a:t>
            </a:r>
          </a:p>
          <a:p>
            <a:r>
              <a:rPr lang="pt-BR" dirty="0" err="1" smtClean="0"/>
              <a:t>NgOInit</a:t>
            </a:r>
            <a:r>
              <a:rPr lang="pt-BR" dirty="0" smtClean="0"/>
              <a:t>(){}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{{vetor | </a:t>
            </a:r>
            <a:r>
              <a:rPr lang="pt-BR" dirty="0" err="1" smtClean="0"/>
              <a:t>json</a:t>
            </a:r>
            <a:r>
              <a:rPr lang="pt-BR" dirty="0" smtClean="0"/>
              <a:t> }} verificar a conexão com a nossa </a:t>
            </a:r>
            <a:r>
              <a:rPr lang="pt-BR" dirty="0" err="1" smtClean="0"/>
              <a:t>api</a:t>
            </a:r>
            <a:r>
              <a:rPr lang="pt-BR" dirty="0"/>
              <a:t> </a:t>
            </a:r>
            <a:r>
              <a:rPr lang="pt-BR" dirty="0" smtClean="0"/>
              <a:t>no </a:t>
            </a:r>
            <a:r>
              <a:rPr lang="pt-BR" dirty="0" err="1" smtClean="0"/>
              <a:t>html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483" y="3051440"/>
            <a:ext cx="5395561" cy="198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9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Agora vamos verificar o nosso arquivo </a:t>
            </a:r>
            <a:r>
              <a:rPr lang="pt-BR" dirty="0" err="1" smtClean="0"/>
              <a:t>html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72" y="2637044"/>
            <a:ext cx="10007369" cy="307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663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3536</TotalTime>
  <Words>203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lz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VICTOR CARLOS DA SILVA</cp:lastModifiedBy>
  <cp:revision>174</cp:revision>
  <dcterms:created xsi:type="dcterms:W3CDTF">2022-02-10T02:47:22Z</dcterms:created>
  <dcterms:modified xsi:type="dcterms:W3CDTF">2024-11-25T23:33:20Z</dcterms:modified>
</cp:coreProperties>
</file>