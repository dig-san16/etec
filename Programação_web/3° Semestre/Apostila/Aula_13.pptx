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8" r:id="rId10"/>
    <p:sldId id="280" r:id="rId11"/>
    <p:sldId id="281" r:id="rId12"/>
    <p:sldId id="282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04/11/2024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son-server@0.17.4" TargetMode="External"/><Relationship Id="rId2" Type="http://schemas.openxmlformats.org/officeDocument/2006/relationships/hyperlink" Target="https://www.youtube.com/redirect?event=video_description&amp;redir_token=QUFFLUhqa0FMUEJqYS1tdFdvMXlYYl9VOE9wMUs4dHUwZ3xBQ3Jtc0trRUg4RXVDTmJmS3VlNW5pTzhpbGtfNFZSb1JCX2w4U1p2SXUySHRNUC1wZjNQVjh3U3paWmlHb0dqWHBfeG1INVlqcFhmNHkxaGJNM1B2N0FQRmVPSE5sd01JSGNDV21NeGdyMFNxa1FDNTlycTZsOA&amp;q=https://www.npmjs.com/package/json-server/v/0.17.4&amp;v=dd2I9M1CmUc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Criar uma API</a:t>
            </a:r>
            <a:endParaRPr lang="pt-BR" dirty="0"/>
          </a:p>
          <a:p>
            <a:r>
              <a:rPr lang="pt-BR" dirty="0" smtClean="0"/>
              <a:t>Vamos criar uma pasta em qualquer local não precisar ser onde está o projeto da API e vamos abrir um outro </a:t>
            </a:r>
            <a:r>
              <a:rPr lang="pt-BR" dirty="0" err="1" smtClean="0"/>
              <a:t>vs</a:t>
            </a:r>
            <a:r>
              <a:rPr lang="pt-BR" dirty="0" smtClean="0"/>
              <a:t> </a:t>
            </a:r>
            <a:r>
              <a:rPr lang="pt-BR" dirty="0" err="1" smtClean="0"/>
              <a:t>code</a:t>
            </a:r>
            <a:r>
              <a:rPr lang="pt-BR" dirty="0" smtClean="0"/>
              <a:t> para a API.</a:t>
            </a:r>
            <a:endParaRPr lang="pt-BR" dirty="0"/>
          </a:p>
          <a:p>
            <a:r>
              <a:rPr lang="pt-BR" dirty="0" smtClean="0"/>
              <a:t>Agora vamos acessar o site </a:t>
            </a:r>
            <a:r>
              <a:rPr lang="pt-BR" dirty="0">
                <a:hlinkClick r:id="rId2"/>
              </a:rPr>
              <a:t>https://www.npmjs.com/package/json-se</a:t>
            </a:r>
            <a:r>
              <a:rPr lang="pt-BR" dirty="0" smtClean="0">
                <a:hlinkClick r:id="rId2"/>
              </a:rPr>
              <a:t>...</a:t>
            </a:r>
            <a:endParaRPr lang="pt-BR" dirty="0"/>
          </a:p>
          <a:p>
            <a:pPr marL="0" indent="0">
              <a:buNone/>
            </a:pPr>
            <a:r>
              <a:rPr lang="pt-BR" dirty="0" smtClean="0"/>
              <a:t>E vamos utilizar o comando de instalação: </a:t>
            </a:r>
            <a:r>
              <a:rPr lang="pt-BR" dirty="0" err="1"/>
              <a:t>npm</a:t>
            </a:r>
            <a:r>
              <a:rPr lang="pt-BR" dirty="0"/>
              <a:t> i </a:t>
            </a:r>
            <a:r>
              <a:rPr lang="pt-BR" dirty="0" smtClean="0">
                <a:hlinkClick r:id="rId3"/>
              </a:rPr>
              <a:t>json-server@0.17.4</a:t>
            </a:r>
            <a:r>
              <a:rPr lang="pt-BR" dirty="0"/>
              <a:t>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Caso não apareça nada utilizar o comando: </a:t>
            </a:r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init</a:t>
            </a:r>
            <a:r>
              <a:rPr lang="pt-BR" dirty="0"/>
              <a:t> -y</a:t>
            </a:r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9567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inserir o nosso arquivo de API com o nome </a:t>
            </a:r>
            <a:r>
              <a:rPr lang="pt-BR" dirty="0" err="1" smtClean="0"/>
              <a:t>produtos.json</a:t>
            </a:r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535" y="2742976"/>
            <a:ext cx="6360705" cy="383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089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 vamos rodar o comando </a:t>
            </a:r>
            <a:r>
              <a:rPr lang="pt-BR" dirty="0" err="1"/>
              <a:t>npx</a:t>
            </a:r>
            <a:r>
              <a:rPr lang="pt-BR" dirty="0"/>
              <a:t> </a:t>
            </a:r>
            <a:r>
              <a:rPr lang="pt-BR" dirty="0" err="1"/>
              <a:t>json</a:t>
            </a:r>
            <a:r>
              <a:rPr lang="pt-BR" dirty="0"/>
              <a:t>-server </a:t>
            </a:r>
            <a:r>
              <a:rPr lang="pt-BR" dirty="0" err="1" smtClean="0"/>
              <a:t>produtos.json</a:t>
            </a:r>
            <a:r>
              <a:rPr lang="pt-BR" dirty="0" smtClean="0"/>
              <a:t>, apenas não esqueçam de salvar e vamos utilizar o browser para verificar se as informações estão constando no local.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892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Utilizando o </a:t>
            </a:r>
            <a:r>
              <a:rPr lang="pt-BR" dirty="0" err="1" smtClean="0"/>
              <a:t>postman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As opções:</a:t>
            </a:r>
          </a:p>
          <a:p>
            <a:r>
              <a:rPr lang="pt-BR" dirty="0" err="1" smtClean="0"/>
              <a:t>Get</a:t>
            </a:r>
            <a:r>
              <a:rPr lang="pt-BR" dirty="0" smtClean="0"/>
              <a:t>: Retorno</a:t>
            </a:r>
          </a:p>
          <a:p>
            <a:r>
              <a:rPr lang="pt-BR" dirty="0" smtClean="0"/>
              <a:t>Post: Envio</a:t>
            </a:r>
          </a:p>
          <a:p>
            <a:r>
              <a:rPr lang="pt-BR" dirty="0" err="1" smtClean="0"/>
              <a:t>Put</a:t>
            </a:r>
            <a:r>
              <a:rPr lang="pt-BR" dirty="0" smtClean="0"/>
              <a:t>: Alteração</a:t>
            </a:r>
          </a:p>
          <a:p>
            <a:r>
              <a:rPr lang="pt-BR" dirty="0" smtClean="0"/>
              <a:t>Delete: Remoção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1571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1556"/>
            <a:ext cx="10515600" cy="4351338"/>
          </a:xfrm>
        </p:spPr>
        <p:txBody>
          <a:bodyPr/>
          <a:lstStyle/>
          <a:p>
            <a:r>
              <a:rPr lang="pt-BR" dirty="0" smtClean="0"/>
              <a:t>Abrindo o </a:t>
            </a:r>
            <a:r>
              <a:rPr lang="pt-BR" dirty="0" err="1" smtClean="0"/>
              <a:t>postman</a:t>
            </a:r>
            <a:r>
              <a:rPr lang="pt-BR" dirty="0" smtClean="0"/>
              <a:t> vamos verificar as informações da nossa API.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809" y="1949676"/>
            <a:ext cx="8358878" cy="473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3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57170" y="1467816"/>
            <a:ext cx="10515600" cy="4351338"/>
          </a:xfrm>
        </p:spPr>
        <p:txBody>
          <a:bodyPr/>
          <a:lstStyle/>
          <a:p>
            <a:r>
              <a:rPr lang="pt-BR" dirty="0" smtClean="0"/>
              <a:t>Vamos utilizar o método post para incluir uma informação.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538" y="1918153"/>
            <a:ext cx="7567779" cy="493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4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48547"/>
            <a:ext cx="10515600" cy="4351338"/>
          </a:xfrm>
        </p:spPr>
        <p:txBody>
          <a:bodyPr/>
          <a:lstStyle/>
          <a:p>
            <a:r>
              <a:rPr lang="pt-BR" dirty="0" smtClean="0"/>
              <a:t>Agora vamos utilizar o método </a:t>
            </a:r>
            <a:r>
              <a:rPr lang="pt-BR" dirty="0" err="1" smtClean="0"/>
              <a:t>Put</a:t>
            </a:r>
            <a:r>
              <a:rPr lang="pt-BR" dirty="0"/>
              <a:t> </a:t>
            </a:r>
            <a:r>
              <a:rPr lang="pt-BR" dirty="0" smtClean="0"/>
              <a:t>para alterar.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68" y="1962940"/>
            <a:ext cx="10276699" cy="426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82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48546"/>
            <a:ext cx="10515600" cy="4351338"/>
          </a:xfrm>
        </p:spPr>
        <p:txBody>
          <a:bodyPr/>
          <a:lstStyle/>
          <a:p>
            <a:r>
              <a:rPr lang="pt-BR" dirty="0" smtClean="0"/>
              <a:t>Agora vamos utilizar o delete.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728" y="1828800"/>
            <a:ext cx="7542382" cy="464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13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Exercícios:</a:t>
            </a:r>
          </a:p>
          <a:p>
            <a:r>
              <a:rPr lang="pt-BR" dirty="0" smtClean="0"/>
              <a:t>Vamos utilizar o que aprendemos.</a:t>
            </a:r>
          </a:p>
          <a:p>
            <a:r>
              <a:rPr lang="pt-BR" dirty="0" smtClean="0"/>
              <a:t>Vamos cadastrar os seguinte celulares:</a:t>
            </a:r>
          </a:p>
          <a:p>
            <a:r>
              <a:rPr lang="pt-BR" dirty="0" err="1" smtClean="0"/>
              <a:t>Xiaomi</a:t>
            </a:r>
            <a:r>
              <a:rPr lang="pt-BR" dirty="0" smtClean="0"/>
              <a:t> </a:t>
            </a:r>
            <a:r>
              <a:rPr lang="pt-BR" dirty="0" err="1" smtClean="0"/>
              <a:t>Redmin</a:t>
            </a:r>
            <a:r>
              <a:rPr lang="pt-BR" dirty="0" smtClean="0"/>
              <a:t> 12 R$ 1.970,00</a:t>
            </a:r>
          </a:p>
          <a:p>
            <a:r>
              <a:rPr lang="pt-BR" dirty="0" smtClean="0"/>
              <a:t>Motorola Edge 40 R$ 1.999,00</a:t>
            </a:r>
          </a:p>
          <a:p>
            <a:r>
              <a:rPr lang="pt-BR" dirty="0" err="1" smtClean="0"/>
              <a:t>Galaxy</a:t>
            </a:r>
            <a:r>
              <a:rPr lang="pt-BR" dirty="0" smtClean="0"/>
              <a:t> S24 R$ 6.979,00</a:t>
            </a:r>
          </a:p>
          <a:p>
            <a:r>
              <a:rPr lang="pt-BR" dirty="0" err="1" smtClean="0"/>
              <a:t>Iphone</a:t>
            </a:r>
            <a:r>
              <a:rPr lang="pt-BR" dirty="0" smtClean="0"/>
              <a:t> 15 Pro R$ 7.567,00</a:t>
            </a:r>
          </a:p>
          <a:p>
            <a:r>
              <a:rPr lang="pt-BR" dirty="0" smtClean="0"/>
              <a:t>Altere o preço do </a:t>
            </a:r>
            <a:r>
              <a:rPr lang="pt-BR" dirty="0" err="1" smtClean="0"/>
              <a:t>Iphone</a:t>
            </a:r>
            <a:r>
              <a:rPr lang="pt-BR" dirty="0" smtClean="0"/>
              <a:t> 15 para R$ 5.789,00</a:t>
            </a:r>
          </a:p>
          <a:p>
            <a:r>
              <a:rPr lang="pt-BR" dirty="0" smtClean="0"/>
              <a:t>Delete o </a:t>
            </a:r>
            <a:r>
              <a:rPr lang="pt-BR" dirty="0" err="1" smtClean="0"/>
              <a:t>Xiaomi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173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criar um novo componente.</a:t>
            </a:r>
          </a:p>
          <a:p>
            <a:r>
              <a:rPr lang="pt-BR" dirty="0" smtClean="0"/>
              <a:t>Referenciar no </a:t>
            </a:r>
            <a:r>
              <a:rPr lang="pt-BR" dirty="0" err="1" smtClean="0"/>
              <a:t>html</a:t>
            </a:r>
            <a:endParaRPr lang="pt-BR" dirty="0" smtClean="0"/>
          </a:p>
          <a:p>
            <a:r>
              <a:rPr lang="pt-BR" dirty="0" smtClean="0"/>
              <a:t>E agora vamos criar um modelo de produtos.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 smtClean="0"/>
              <a:t>Vamos na nossa pastinha de modelos.</a:t>
            </a:r>
          </a:p>
          <a:p>
            <a:pPr marL="0" indent="0">
              <a:buNone/>
            </a:pPr>
            <a:r>
              <a:rPr lang="pt-BR" dirty="0" smtClean="0"/>
              <a:t>E vamos criar um arquivo </a:t>
            </a:r>
            <a:r>
              <a:rPr lang="pt-BR" dirty="0" err="1" smtClean="0"/>
              <a:t>Produto.ts</a:t>
            </a:r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1208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incluir a seguinte configuração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291" y="2593053"/>
            <a:ext cx="5668166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50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construir a seguinte estrutura.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65" y="2652751"/>
            <a:ext cx="9892051" cy="269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2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3387</TotalTime>
  <Words>250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Unifesp</cp:lastModifiedBy>
  <cp:revision>160</cp:revision>
  <dcterms:created xsi:type="dcterms:W3CDTF">2022-02-10T02:47:22Z</dcterms:created>
  <dcterms:modified xsi:type="dcterms:W3CDTF">2024-11-04T20:32:34Z</dcterms:modified>
</cp:coreProperties>
</file>