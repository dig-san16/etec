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354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Programação Web III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860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851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751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72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054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0833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912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9335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1817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618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951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 smtClean="0"/>
              <a:t>Programação Web III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730" y="120799"/>
            <a:ext cx="2075713" cy="133413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8" y="328307"/>
            <a:ext cx="1400879" cy="9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8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PWIII - ANGULAR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772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realizar a listagem de clientes no arquivo controle.java</a:t>
            </a:r>
          </a:p>
          <a:p>
            <a:endParaRPr lang="pt-BR" dirty="0"/>
          </a:p>
          <a:p>
            <a:r>
              <a:rPr lang="pt-BR" dirty="0" smtClean="0"/>
              <a:t>Vamos alterar o @</a:t>
            </a:r>
            <a:r>
              <a:rPr lang="pt-BR" dirty="0" err="1" smtClean="0"/>
              <a:t>GetMapping</a:t>
            </a:r>
            <a:r>
              <a:rPr lang="pt-BR" dirty="0" smtClean="0"/>
              <a:t> do nosso arquivo.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618" y="3822140"/>
            <a:ext cx="7004041" cy="181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373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 com o projeto em funcionamento vamos no nosso </a:t>
            </a:r>
            <a:r>
              <a:rPr lang="pt-BR" dirty="0" err="1" smtClean="0"/>
              <a:t>thunder</a:t>
            </a:r>
            <a:r>
              <a:rPr lang="pt-BR" dirty="0" smtClean="0"/>
              <a:t> cliente e vamos fazer um </a:t>
            </a:r>
            <a:r>
              <a:rPr lang="pt-BR" dirty="0" err="1" smtClean="0"/>
              <a:t>get</a:t>
            </a:r>
            <a:r>
              <a:rPr lang="pt-BR" dirty="0" smtClean="0"/>
              <a:t> no nosso cadastro.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24" y="2659081"/>
            <a:ext cx="9859751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62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criar a rota para editar um cliente no controle.java.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894" y="2802336"/>
            <a:ext cx="7791701" cy="216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testar no </a:t>
            </a:r>
            <a:r>
              <a:rPr lang="pt-BR" dirty="0" err="1" smtClean="0"/>
              <a:t>thunder</a:t>
            </a:r>
            <a:r>
              <a:rPr lang="pt-BR" dirty="0" smtClean="0"/>
              <a:t> cliente, lembrando que é necessário incluir o código.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253" y="2774624"/>
            <a:ext cx="9764488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711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testar utilizando o </a:t>
            </a:r>
            <a:r>
              <a:rPr lang="pt-BR" dirty="0" err="1" smtClean="0"/>
              <a:t>get</a:t>
            </a:r>
            <a:r>
              <a:rPr lang="pt-BR" dirty="0" smtClean="0"/>
              <a:t>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650" y="2469721"/>
            <a:ext cx="10743150" cy="353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046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realizar a rota de remoção.</a:t>
            </a:r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78" y="2790312"/>
            <a:ext cx="7677229" cy="224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08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testar com o </a:t>
            </a:r>
            <a:r>
              <a:rPr lang="pt-BR" dirty="0" err="1" smtClean="0"/>
              <a:t>thunderbird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726" y="2373334"/>
            <a:ext cx="9764488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215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incluir alguns cadastros alguns cadastros.</a:t>
            </a:r>
          </a:p>
          <a:p>
            <a:pPr marL="0" indent="0">
              <a:buNone/>
            </a:pPr>
            <a:r>
              <a:rPr lang="pt-BR" dirty="0" smtClean="0"/>
              <a:t>{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/>
              <a:t>}</a:t>
            </a:r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64326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4149</TotalTime>
  <Words>97</Words>
  <Application>Microsoft Office PowerPoint</Application>
  <PresentationFormat>Widescreen</PresentationFormat>
  <Paragraphs>14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PWIII - ANGULAR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Unifesp</dc:creator>
  <cp:lastModifiedBy>Unifesp</cp:lastModifiedBy>
  <cp:revision>213</cp:revision>
  <dcterms:created xsi:type="dcterms:W3CDTF">2022-02-10T02:47:22Z</dcterms:created>
  <dcterms:modified xsi:type="dcterms:W3CDTF">2025-06-10T19:08:36Z</dcterms:modified>
</cp:coreProperties>
</file>