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4" d="100"/>
          <a:sy n="74" d="100"/>
        </p:scale>
        <p:origin x="376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21/10/2025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7354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dirty="0"/>
              <a:t>Programação Web III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21/10/2025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5860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21/10/2025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9851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21/10/2025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4751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21/10/2025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8721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21/10/2025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9054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21/10/2025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7083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21/10/2025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5912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21/10/2025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9933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21/10/2025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3181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21/10/2025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56189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dirty="0"/>
              <a:t>Banco de dados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21/10/2025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5951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Programação Web III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B8718D-9FD5-4C09-94C0-5E1E70133E71}" type="datetimeFigureOut">
              <a:rPr lang="pt-BR" smtClean="0"/>
              <a:pPr/>
              <a:t>21/10/2025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5730" y="120799"/>
            <a:ext cx="2075713" cy="1334139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338" y="328307"/>
            <a:ext cx="1400879" cy="91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189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mailto:json-server@0.17.4" TargetMode="External"/><Relationship Id="rId2" Type="http://schemas.openxmlformats.org/officeDocument/2006/relationships/hyperlink" Target="https://www.youtube.com/redirect?event=video_description&amp;redir_token=QUFFLUhqa0FMUEJqYS1tdFdvMXlYYl9VOE9wMUs4dHUwZ3xBQ3Jtc0trRUg4RXVDTmJmS3VlNW5pTzhpbGtfNFZSb1JCX2w4U1p2SXUySHRNUC1wZjNQVjh3U3paWmlHb0dqWHBfeG1INVlqcFhmNHkxaGJNM1B2N0FQRmVPSE5sd01JSGNDV21NeGdyMFNxa1FDNTlycTZsOA&amp;q=https://www.npmjs.com/package/json-server/v/0.17.4&amp;v=dd2I9M1CmUc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Programação Web III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b="1" dirty="0"/>
              <a:t>Prof. Ederson Luiz Silva</a:t>
            </a:r>
          </a:p>
        </p:txBody>
      </p:sp>
    </p:spTree>
    <p:extLst>
      <p:ext uri="{BB962C8B-B14F-4D97-AF65-F5344CB8AC3E}">
        <p14:creationId xmlns:p14="http://schemas.microsoft.com/office/powerpoint/2010/main" val="3774967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Trabalhando com </a:t>
            </a:r>
            <a:r>
              <a:rPr lang="pt-BR" dirty="0" err="1"/>
              <a:t>Pipes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dirty="0"/>
              <a:t>Vamos criar um novo projeto e um novo componente.</a:t>
            </a:r>
          </a:p>
          <a:p>
            <a:endParaRPr lang="pt-BR" dirty="0"/>
          </a:p>
          <a:p>
            <a:r>
              <a:rPr lang="pt-BR" dirty="0"/>
              <a:t>E vamos realizar as referências necessárias.</a:t>
            </a:r>
          </a:p>
        </p:txBody>
      </p:sp>
    </p:spTree>
    <p:extLst>
      <p:ext uri="{BB962C8B-B14F-4D97-AF65-F5344CB8AC3E}">
        <p14:creationId xmlns:p14="http://schemas.microsoft.com/office/powerpoint/2010/main" val="1311246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No nosso componente vamos importar o nosso </a:t>
            </a:r>
            <a:r>
              <a:rPr lang="pt-BR" dirty="0" err="1"/>
              <a:t>Commom</a:t>
            </a:r>
            <a:r>
              <a:rPr lang="pt-BR" dirty="0"/>
              <a:t> Module.</a:t>
            </a:r>
          </a:p>
          <a:p>
            <a:endParaRPr lang="pt-BR" dirty="0"/>
          </a:p>
          <a:p>
            <a:r>
              <a:rPr lang="pt-BR" dirty="0"/>
              <a:t>E vamos criar duas variáveis uma do tipo texto e outra do tipo objeto.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224" y="3339145"/>
            <a:ext cx="7468619" cy="3452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002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Agora vamos no nosso arquivo </a:t>
            </a:r>
            <a:r>
              <a:rPr lang="pt-BR" dirty="0" err="1"/>
              <a:t>html</a:t>
            </a:r>
            <a:r>
              <a:rPr lang="pt-BR" dirty="0"/>
              <a:t> do componente e criar 3 parágrafos e incluir as seguintes informações.</a:t>
            </a:r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686" y="2998620"/>
            <a:ext cx="6265074" cy="2805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573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Agora vamos incluir as informações que constam em nosso objeto como o nome e a idade.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6479" y="3040453"/>
            <a:ext cx="5562747" cy="2512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000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Agora vamos incluir as informações para que o objeto seja mostrado de forma completa.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927" y="3033190"/>
            <a:ext cx="6019500" cy="2612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086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Agora vamos criar uma pasta para criarmos os nossos </a:t>
            </a:r>
            <a:r>
              <a:rPr lang="pt-BR" dirty="0" err="1"/>
              <a:t>pipes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dirty="0"/>
              <a:t>Vamos utilizar o comando </a:t>
            </a:r>
            <a:r>
              <a:rPr lang="pt-BR" dirty="0" err="1"/>
              <a:t>ng</a:t>
            </a:r>
            <a:r>
              <a:rPr lang="pt-BR" dirty="0"/>
              <a:t> g p </a:t>
            </a:r>
            <a:r>
              <a:rPr lang="pt-BR" dirty="0" err="1"/>
              <a:t>pipe</a:t>
            </a:r>
            <a:r>
              <a:rPr lang="pt-BR" dirty="0"/>
              <a:t>/media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234" y="3823792"/>
            <a:ext cx="9504564" cy="1768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263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Vamos verificar se foi criado os dois arquivos: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7959" y="2453250"/>
            <a:ext cx="5241937" cy="1774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437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Agora vamos criar um vetor para o nosso projeto.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7631" y="2656097"/>
            <a:ext cx="7215235" cy="3227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557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253330"/>
            <a:ext cx="10515600" cy="4351338"/>
          </a:xfrm>
        </p:spPr>
        <p:txBody>
          <a:bodyPr/>
          <a:lstStyle/>
          <a:p>
            <a:r>
              <a:rPr lang="pt-BR" dirty="0"/>
              <a:t>Agora vamos abrir o arquivo </a:t>
            </a:r>
            <a:r>
              <a:rPr lang="pt-BR" dirty="0" err="1"/>
              <a:t>media.pipe.ts</a:t>
            </a:r>
            <a:endParaRPr lang="pt-BR" dirty="0"/>
          </a:p>
          <a:p>
            <a:r>
              <a:rPr lang="pt-BR" dirty="0"/>
              <a:t>E dar uma olhada como está o arquivo.</a:t>
            </a:r>
          </a:p>
          <a:p>
            <a:r>
              <a:rPr lang="pt-BR" dirty="0"/>
              <a:t>Vamos incluir um objeto do tipo </a:t>
            </a:r>
            <a:r>
              <a:rPr lang="pt-BR" dirty="0" err="1"/>
              <a:t>any</a:t>
            </a:r>
            <a:r>
              <a:rPr lang="pt-BR" dirty="0"/>
              <a:t> conforme criamos o vetor e fazer o cálculo das nossas notas.</a:t>
            </a:r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8944" y="3112587"/>
            <a:ext cx="7323926" cy="3584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396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57470" y="1322043"/>
            <a:ext cx="10515600" cy="4351338"/>
          </a:xfrm>
        </p:spPr>
        <p:txBody>
          <a:bodyPr/>
          <a:lstStyle/>
          <a:p>
            <a:r>
              <a:rPr lang="pt-BR" dirty="0"/>
              <a:t>Agora vamos no nosso componente e vamos criar uma tabela.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5544" y="1902056"/>
            <a:ext cx="7644864" cy="4273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622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Agora vamos importar as informações no nosso arquivo TS.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7346" y="2332624"/>
            <a:ext cx="7197308" cy="3605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3558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Agora vamos salvar as informações e verificar o resultado.</a:t>
            </a:r>
          </a:p>
          <a:p>
            <a:endParaRPr lang="pt-BR" dirty="0"/>
          </a:p>
          <a:p>
            <a:r>
              <a:rPr lang="pt-BR" dirty="0"/>
              <a:t>Exercício.</a:t>
            </a:r>
          </a:p>
          <a:p>
            <a:r>
              <a:rPr lang="pt-BR" dirty="0"/>
              <a:t>Vamos criar agora uma planilha com as vendas do primeiro trimestre:</a:t>
            </a:r>
          </a:p>
          <a:p>
            <a:pPr marL="0" indent="0">
              <a:buNone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0569852"/>
              </p:ext>
            </p:extLst>
          </p:nvPr>
        </p:nvGraphicFramePr>
        <p:xfrm>
          <a:off x="1157357" y="4151979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71278225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8627607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47151496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2493325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Janeiro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Fevereiro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Março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185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Marcos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45.450,00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39.050,00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39.546,00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346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40.435.00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41.345,00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40.456,00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201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José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42.046,00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45.670,00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38.459,00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7655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2131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Criar uma API</a:t>
            </a:r>
          </a:p>
          <a:p>
            <a:r>
              <a:rPr lang="pt-BR" dirty="0"/>
              <a:t>Vamos criar uma pasta em qualquer local não precisar ser onde está o projeto da API e vamos abrir um outro </a:t>
            </a:r>
            <a:r>
              <a:rPr lang="pt-BR" dirty="0" err="1"/>
              <a:t>vs</a:t>
            </a:r>
            <a:r>
              <a:rPr lang="pt-BR" dirty="0"/>
              <a:t> </a:t>
            </a:r>
            <a:r>
              <a:rPr lang="pt-BR" dirty="0" err="1"/>
              <a:t>code</a:t>
            </a:r>
            <a:r>
              <a:rPr lang="pt-BR" dirty="0"/>
              <a:t> para a API.</a:t>
            </a:r>
          </a:p>
          <a:p>
            <a:r>
              <a:rPr lang="pt-BR" dirty="0"/>
              <a:t>Agora vamos acessar o site </a:t>
            </a:r>
            <a:r>
              <a:rPr lang="pt-BR" dirty="0">
                <a:hlinkClick r:id="rId2"/>
              </a:rPr>
              <a:t>https://www.npmjs.com/package/json-se...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E vamos utilizar o comando de instalação: </a:t>
            </a:r>
            <a:r>
              <a:rPr lang="pt-BR" dirty="0" err="1"/>
              <a:t>npm</a:t>
            </a:r>
            <a:r>
              <a:rPr lang="pt-BR" dirty="0"/>
              <a:t> i </a:t>
            </a:r>
            <a:r>
              <a:rPr lang="pt-BR" dirty="0">
                <a:hlinkClick r:id="rId3"/>
              </a:rPr>
              <a:t>json-server@0.17.4</a:t>
            </a:r>
            <a:r>
              <a:rPr lang="pt-BR" dirty="0"/>
              <a:t> </a:t>
            </a:r>
          </a:p>
          <a:p>
            <a:pPr marL="0" indent="0">
              <a:buNone/>
            </a:pPr>
            <a:r>
              <a:rPr lang="pt-BR" dirty="0"/>
              <a:t>Caso não apareça nada utilizar o comando: </a:t>
            </a:r>
            <a:r>
              <a:rPr lang="pt-BR" dirty="0" err="1"/>
              <a:t>npm</a:t>
            </a:r>
            <a:r>
              <a:rPr lang="pt-BR" dirty="0"/>
              <a:t> </a:t>
            </a:r>
            <a:r>
              <a:rPr lang="pt-BR" dirty="0" err="1"/>
              <a:t>init</a:t>
            </a:r>
            <a:r>
              <a:rPr lang="pt-BR" dirty="0"/>
              <a:t> -y</a:t>
            </a:r>
          </a:p>
          <a:p>
            <a:pPr marL="0" indent="0">
              <a:buNone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395677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Agora vamos inserir o nosso arquivo de API com o nome </a:t>
            </a:r>
            <a:r>
              <a:rPr lang="pt-BR" dirty="0" err="1"/>
              <a:t>produtos.json</a:t>
            </a:r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535" y="2742976"/>
            <a:ext cx="6360705" cy="383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0893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 vamos rodar o comando </a:t>
            </a:r>
            <a:r>
              <a:rPr lang="pt-BR" dirty="0" err="1"/>
              <a:t>npx</a:t>
            </a:r>
            <a:r>
              <a:rPr lang="pt-BR" dirty="0"/>
              <a:t> </a:t>
            </a:r>
            <a:r>
              <a:rPr lang="pt-BR" dirty="0" err="1"/>
              <a:t>json</a:t>
            </a:r>
            <a:r>
              <a:rPr lang="pt-BR" dirty="0"/>
              <a:t>-server </a:t>
            </a:r>
            <a:r>
              <a:rPr lang="pt-BR" dirty="0" err="1"/>
              <a:t>produtos.json</a:t>
            </a:r>
            <a:r>
              <a:rPr lang="pt-BR" dirty="0"/>
              <a:t>, apenas não esqueçam de salvar e vamos utilizar o browser para verificar se as informações estão constando no local.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889256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Utilizando o </a:t>
            </a:r>
            <a:r>
              <a:rPr lang="pt-BR" dirty="0" err="1"/>
              <a:t>postman</a:t>
            </a:r>
            <a:endParaRPr lang="pt-BR" dirty="0"/>
          </a:p>
          <a:p>
            <a:endParaRPr lang="pt-BR" dirty="0"/>
          </a:p>
          <a:p>
            <a:r>
              <a:rPr lang="pt-BR" dirty="0"/>
              <a:t>As opções:</a:t>
            </a:r>
          </a:p>
          <a:p>
            <a:r>
              <a:rPr lang="pt-BR" dirty="0" err="1"/>
              <a:t>Get</a:t>
            </a:r>
            <a:r>
              <a:rPr lang="pt-BR" dirty="0"/>
              <a:t>: Retorno</a:t>
            </a:r>
          </a:p>
          <a:p>
            <a:r>
              <a:rPr lang="pt-BR" dirty="0"/>
              <a:t>Post: Envio</a:t>
            </a:r>
          </a:p>
          <a:p>
            <a:r>
              <a:rPr lang="pt-BR" dirty="0" err="1"/>
              <a:t>Put</a:t>
            </a:r>
            <a:r>
              <a:rPr lang="pt-BR" dirty="0"/>
              <a:t>: Alteração</a:t>
            </a:r>
          </a:p>
          <a:p>
            <a:r>
              <a:rPr lang="pt-BR" dirty="0"/>
              <a:t>Delete: Remoção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515717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01556"/>
            <a:ext cx="10515600" cy="4351338"/>
          </a:xfrm>
        </p:spPr>
        <p:txBody>
          <a:bodyPr/>
          <a:lstStyle/>
          <a:p>
            <a:r>
              <a:rPr lang="pt-BR" dirty="0"/>
              <a:t>Abrindo o </a:t>
            </a:r>
            <a:r>
              <a:rPr lang="pt-BR" dirty="0" err="1"/>
              <a:t>postman</a:t>
            </a:r>
            <a:r>
              <a:rPr lang="pt-BR" dirty="0"/>
              <a:t> vamos verificar as informações da nossa API.</a:t>
            </a:r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809" y="1949676"/>
            <a:ext cx="8358878" cy="4734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2365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757170" y="1467816"/>
            <a:ext cx="10515600" cy="4351338"/>
          </a:xfrm>
        </p:spPr>
        <p:txBody>
          <a:bodyPr/>
          <a:lstStyle/>
          <a:p>
            <a:r>
              <a:rPr lang="pt-BR" dirty="0"/>
              <a:t>Vamos utilizar o método post para incluir uma informação.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7538" y="1918153"/>
            <a:ext cx="7567779" cy="4939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0458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348547"/>
            <a:ext cx="10515600" cy="4351338"/>
          </a:xfrm>
        </p:spPr>
        <p:txBody>
          <a:bodyPr/>
          <a:lstStyle/>
          <a:p>
            <a:r>
              <a:rPr lang="pt-BR" dirty="0"/>
              <a:t>Agora vamos utilizar o método </a:t>
            </a:r>
            <a:r>
              <a:rPr lang="pt-BR" dirty="0" err="1"/>
              <a:t>Put</a:t>
            </a:r>
            <a:r>
              <a:rPr lang="pt-BR" dirty="0"/>
              <a:t> para alterar.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668" y="1962940"/>
            <a:ext cx="10276699" cy="4265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6823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348546"/>
            <a:ext cx="10515600" cy="4351338"/>
          </a:xfrm>
        </p:spPr>
        <p:txBody>
          <a:bodyPr/>
          <a:lstStyle/>
          <a:p>
            <a:r>
              <a:rPr lang="pt-BR" dirty="0"/>
              <a:t>Agora vamos utilizar o delete.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728" y="1828800"/>
            <a:ext cx="7542382" cy="4649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8133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Exercícios:</a:t>
            </a:r>
          </a:p>
          <a:p>
            <a:r>
              <a:rPr lang="pt-BR" dirty="0"/>
              <a:t>Vamos utilizar o que aprendemos.</a:t>
            </a:r>
          </a:p>
          <a:p>
            <a:r>
              <a:rPr lang="pt-BR" dirty="0"/>
              <a:t>Vamos cadastrar os seguinte celulares:</a:t>
            </a:r>
          </a:p>
          <a:p>
            <a:r>
              <a:rPr lang="pt-BR" dirty="0"/>
              <a:t>Xiaomi </a:t>
            </a:r>
            <a:r>
              <a:rPr lang="pt-BR" dirty="0" err="1"/>
              <a:t>Redmi</a:t>
            </a:r>
            <a:r>
              <a:rPr lang="pt-BR" dirty="0"/>
              <a:t> 12 R$ 1.970,00</a:t>
            </a:r>
          </a:p>
          <a:p>
            <a:r>
              <a:rPr lang="pt-BR" dirty="0"/>
              <a:t>Motorola Edge 40 R$ 1.999,00</a:t>
            </a:r>
          </a:p>
          <a:p>
            <a:r>
              <a:rPr lang="pt-BR" dirty="0" err="1"/>
              <a:t>Galaxy</a:t>
            </a:r>
            <a:r>
              <a:rPr lang="pt-BR" dirty="0"/>
              <a:t> S24 R$ 6.979,00</a:t>
            </a:r>
          </a:p>
          <a:p>
            <a:r>
              <a:rPr lang="pt-BR" dirty="0" err="1"/>
              <a:t>Iphone</a:t>
            </a:r>
            <a:r>
              <a:rPr lang="pt-BR" dirty="0"/>
              <a:t> 13 Pro R$3.500,00</a:t>
            </a:r>
          </a:p>
          <a:p>
            <a:r>
              <a:rPr lang="pt-BR" dirty="0"/>
              <a:t>Altere o preço do </a:t>
            </a:r>
            <a:r>
              <a:rPr lang="pt-BR" dirty="0" err="1"/>
              <a:t>Iphone</a:t>
            </a:r>
            <a:r>
              <a:rPr lang="pt-BR" dirty="0"/>
              <a:t> 17 para R$ 2.500,00</a:t>
            </a:r>
          </a:p>
          <a:p>
            <a:r>
              <a:rPr lang="pt-BR" dirty="0"/>
              <a:t>Delete o </a:t>
            </a:r>
            <a:r>
              <a:rPr lang="pt-BR" dirty="0" err="1"/>
              <a:t>Xiaomi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817343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3510</TotalTime>
  <Words>464</Words>
  <Application>Microsoft Office PowerPoint</Application>
  <PresentationFormat>Widescreen</PresentationFormat>
  <Paragraphs>77</Paragraphs>
  <Slides>22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Tema do Office</vt:lpstr>
      <vt:lpstr>Programação Web III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Unifesp</dc:creator>
  <cp:lastModifiedBy>Professor</cp:lastModifiedBy>
  <cp:revision>161</cp:revision>
  <dcterms:created xsi:type="dcterms:W3CDTF">2022-02-10T02:47:22Z</dcterms:created>
  <dcterms:modified xsi:type="dcterms:W3CDTF">2025-10-22T01:14:28Z</dcterms:modified>
</cp:coreProperties>
</file>