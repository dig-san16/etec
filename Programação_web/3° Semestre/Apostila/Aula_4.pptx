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12/08/2024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73545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dirty="0" smtClean="0"/>
              <a:t>Banco de Dados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12/08/2024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58608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12/08/2024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98514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12/08/2024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47512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12/08/2024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8721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12/08/2024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90544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12/08/2024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70833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12/08/2024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59125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12/08/2024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99335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12/08/2024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31817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12/08/2024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56189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dirty="0" smtClean="0"/>
              <a:t>Banco de dados</a:t>
            </a:r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12/08/2024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59517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353541" cy="845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 smtClean="0"/>
              <a:t>Banco de dados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B8718D-9FD5-4C09-94C0-5E1E70133E71}" type="datetimeFigureOut">
              <a:rPr lang="pt-BR" smtClean="0"/>
              <a:pPr/>
              <a:t>12/08/2024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5730" y="120799"/>
            <a:ext cx="2075713" cy="1334139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338" y="328307"/>
            <a:ext cx="1400879" cy="919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189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Programação Web III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b="1" dirty="0" smtClean="0"/>
              <a:t>Prof. Ederson Luiz Silva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774967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Vamos escolher duas imagens para o nosso projeto.</a:t>
            </a:r>
          </a:p>
          <a:p>
            <a:r>
              <a:rPr lang="pt-BR" dirty="0" smtClean="0"/>
              <a:t>Um imagem para o dia e a outra para a noite.</a:t>
            </a:r>
          </a:p>
          <a:p>
            <a:r>
              <a:rPr lang="pt-BR" dirty="0" smtClean="0"/>
              <a:t>Vamos incluir os arquivos na pasta public.</a:t>
            </a:r>
          </a:p>
          <a:p>
            <a:r>
              <a:rPr lang="pt-BR" dirty="0" smtClean="0"/>
              <a:t>Vamos </a:t>
            </a:r>
            <a:r>
              <a:rPr lang="pt-BR" dirty="0"/>
              <a:t>incluir o nosso quinto componente no </a:t>
            </a:r>
            <a:r>
              <a:rPr lang="pt-BR" dirty="0" err="1"/>
              <a:t>html</a:t>
            </a:r>
            <a:r>
              <a:rPr lang="pt-BR" dirty="0"/>
              <a:t> principal.</a:t>
            </a:r>
          </a:p>
          <a:p>
            <a:r>
              <a:rPr lang="pt-BR" dirty="0"/>
              <a:t>Vamos testar para verificar se a imagem abre no navegador</a:t>
            </a:r>
            <a:r>
              <a:rPr lang="pt-BR" dirty="0" smtClean="0"/>
              <a:t>.</a:t>
            </a:r>
          </a:p>
          <a:p>
            <a:r>
              <a:rPr lang="pt-BR" dirty="0" smtClean="0"/>
              <a:t>No </a:t>
            </a:r>
            <a:r>
              <a:rPr lang="pt-BR" dirty="0" err="1" smtClean="0"/>
              <a:t>html</a:t>
            </a:r>
            <a:r>
              <a:rPr lang="pt-BR" dirty="0" smtClean="0"/>
              <a:t> do quinto componente vamos utilizar a </a:t>
            </a:r>
            <a:r>
              <a:rPr lang="pt-BR" dirty="0" err="1" smtClean="0"/>
              <a:t>tag</a:t>
            </a:r>
            <a:r>
              <a:rPr lang="pt-BR" dirty="0" smtClean="0"/>
              <a:t> </a:t>
            </a:r>
            <a:r>
              <a:rPr lang="pt-BR" dirty="0" err="1" smtClean="0"/>
              <a:t>img</a:t>
            </a:r>
            <a:r>
              <a:rPr lang="pt-BR" dirty="0" smtClean="0"/>
              <a:t>.</a:t>
            </a:r>
            <a:endParaRPr lang="pt-BR" dirty="0"/>
          </a:p>
          <a:p>
            <a:endParaRPr lang="pt-BR" dirty="0" smtClean="0"/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5440" y="4855810"/>
            <a:ext cx="5733916" cy="1562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427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Depois de testado no navegador vamos criar uma variável no </a:t>
            </a:r>
            <a:r>
              <a:rPr lang="pt-BR" dirty="0" err="1" smtClean="0"/>
              <a:t>ts</a:t>
            </a:r>
            <a:r>
              <a:rPr lang="pt-BR" dirty="0" smtClean="0"/>
              <a:t>, chamado imagem e alterar o arquivo </a:t>
            </a:r>
            <a:r>
              <a:rPr lang="pt-BR" dirty="0" err="1" smtClean="0"/>
              <a:t>html</a:t>
            </a:r>
            <a:r>
              <a:rPr lang="pt-BR" dirty="0" smtClean="0"/>
              <a:t> do componente para receber essa variável.</a:t>
            </a:r>
          </a:p>
          <a:p>
            <a:r>
              <a:rPr lang="pt-BR" dirty="0" smtClean="0"/>
              <a:t>No </a:t>
            </a:r>
            <a:r>
              <a:rPr lang="pt-BR" dirty="0" err="1" smtClean="0"/>
              <a:t>ts</a:t>
            </a:r>
            <a:r>
              <a:rPr lang="pt-BR" dirty="0" smtClean="0"/>
              <a:t>:</a:t>
            </a:r>
          </a:p>
          <a:p>
            <a:endParaRPr lang="pt-BR" dirty="0"/>
          </a:p>
          <a:p>
            <a:endParaRPr lang="pt-BR" dirty="0" smtClean="0"/>
          </a:p>
          <a:p>
            <a:endParaRPr lang="pt-BR" dirty="0" smtClean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4915" y="3575069"/>
            <a:ext cx="3848637" cy="169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401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 smtClean="0"/>
              <a:t>No componente.html</a:t>
            </a:r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2960" y="2391947"/>
            <a:ext cx="8604188" cy="3785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132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Agora vamos criar um botão para alterar a imagem no componente.html.</a:t>
            </a:r>
          </a:p>
          <a:p>
            <a:r>
              <a:rPr lang="pt-BR" dirty="0" smtClean="0"/>
              <a:t>Criar o botão:</a:t>
            </a:r>
          </a:p>
          <a:p>
            <a:endParaRPr lang="pt-BR" dirty="0" smtClean="0"/>
          </a:p>
          <a:p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662" y="3631972"/>
            <a:ext cx="9633090" cy="121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007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Agora vamos criar a função para esse botão vamos lá no componente </a:t>
            </a:r>
            <a:r>
              <a:rPr lang="pt-BR" dirty="0" err="1" smtClean="0"/>
              <a:t>ts</a:t>
            </a:r>
            <a:r>
              <a:rPr lang="pt-BR" dirty="0" smtClean="0"/>
              <a:t>:</a:t>
            </a:r>
          </a:p>
          <a:p>
            <a:r>
              <a:rPr lang="pt-BR" dirty="0" err="1" smtClean="0"/>
              <a:t>Obs</a:t>
            </a:r>
            <a:r>
              <a:rPr lang="pt-BR" dirty="0" smtClean="0"/>
              <a:t>: Três sinais de igual eu verifico o valor e o tipo de variável.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3067" y="3222041"/>
            <a:ext cx="5560601" cy="3569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806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Vamos testar e verificar se a nossa imagem está sendo alterada.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6895" y="2590672"/>
            <a:ext cx="4408444" cy="3586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76982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1975</TotalTime>
  <Words>158</Words>
  <Application>Microsoft Office PowerPoint</Application>
  <PresentationFormat>Widescreen</PresentationFormat>
  <Paragraphs>17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Tema do Office</vt:lpstr>
      <vt:lpstr>Programação Web III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Unifesp</dc:creator>
  <cp:lastModifiedBy>Unifesp</cp:lastModifiedBy>
  <cp:revision>79</cp:revision>
  <dcterms:created xsi:type="dcterms:W3CDTF">2022-02-10T02:47:22Z</dcterms:created>
  <dcterms:modified xsi:type="dcterms:W3CDTF">2024-08-12T15:44:05Z</dcterms:modified>
</cp:coreProperties>
</file>