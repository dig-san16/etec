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02/12/2024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02/12/2024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PWIII - ANGULAR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77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trabalhar com a visibilidade dos botões no nosso arquivo </a:t>
            </a:r>
            <a:r>
              <a:rPr lang="pt-BR" dirty="0" err="1" smtClean="0"/>
              <a:t>ts</a:t>
            </a:r>
            <a:r>
              <a:rPr lang="pt-BR" dirty="0" smtClean="0"/>
              <a:t> e </a:t>
            </a:r>
            <a:r>
              <a:rPr lang="pt-BR" dirty="0" err="1" smtClean="0"/>
              <a:t>html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394" y="2648950"/>
            <a:ext cx="5091927" cy="108861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934" y="4014581"/>
            <a:ext cx="9165125" cy="112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71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inserir a exclamação para ter o efeito ao contrário.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50" y="2694477"/>
            <a:ext cx="9976640" cy="111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85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criar o nosso formulário reativo no arquivo </a:t>
            </a:r>
            <a:r>
              <a:rPr lang="pt-BR" dirty="0" err="1" smtClean="0"/>
              <a:t>ts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409" y="2623835"/>
            <a:ext cx="5778761" cy="213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942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Não esquecer de incluir o </a:t>
            </a:r>
            <a:r>
              <a:rPr lang="pt-BR" dirty="0" err="1" smtClean="0"/>
              <a:t>ReactiveFormsModule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635" y="2483628"/>
            <a:ext cx="8880342" cy="230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43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deixar nosso formulário reativo.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237" y="2573239"/>
            <a:ext cx="9652669" cy="309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06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cadastrar os produtos.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77" y="2154764"/>
            <a:ext cx="10869723" cy="254847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245" y="4867522"/>
            <a:ext cx="5332095" cy="155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794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73845"/>
            <a:ext cx="10515600" cy="4351338"/>
          </a:xfrm>
        </p:spPr>
        <p:txBody>
          <a:bodyPr/>
          <a:lstStyle/>
          <a:p>
            <a:r>
              <a:rPr lang="pt-BR" dirty="0" smtClean="0"/>
              <a:t>Agora vamos incluir a função selecionar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871" y="2008154"/>
            <a:ext cx="7251503" cy="349897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147" y="5312392"/>
            <a:ext cx="9097645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5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797" y="1589275"/>
            <a:ext cx="6999646" cy="258515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058" y="4410784"/>
            <a:ext cx="5277587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397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Remoção 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316685"/>
            <a:ext cx="7338391" cy="293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70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4907" y="2199862"/>
            <a:ext cx="6307152" cy="33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3037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3556</TotalTime>
  <Words>65</Words>
  <Application>Microsoft Office PowerPoint</Application>
  <PresentationFormat>Widescreen</PresentationFormat>
  <Paragraphs>10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PWIII - ANGULAR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Unifesp</cp:lastModifiedBy>
  <cp:revision>181</cp:revision>
  <dcterms:created xsi:type="dcterms:W3CDTF">2022-02-10T02:47:22Z</dcterms:created>
  <dcterms:modified xsi:type="dcterms:W3CDTF">2024-12-02T20:39:05Z</dcterms:modified>
</cp:coreProperties>
</file>