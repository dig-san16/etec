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43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3545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586088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8514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4751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721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90544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70833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9125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99335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1817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5618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dirty="0" smtClean="0"/>
              <a:t>Banco de dados</a:t>
            </a:r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59517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53541" cy="8454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 smtClean="0"/>
              <a:t>Programação Web III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B8718D-9FD5-4C09-94C0-5E1E70133E71}" type="datetimeFigureOut">
              <a:rPr lang="pt-BR" smtClean="0"/>
              <a:pPr/>
              <a:t>26/05/2025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E76F-14AA-4092-A491-672772E2BE1F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730" y="120799"/>
            <a:ext cx="2075713" cy="1334139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8" y="328307"/>
            <a:ext cx="1400879" cy="919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89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PWIII - ANGULAR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077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Vamos incluir os códigos em </a:t>
            </a:r>
            <a:r>
              <a:rPr lang="pt-BR" dirty="0" err="1" smtClean="0"/>
              <a:t>produto.service.ts</a:t>
            </a:r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98" y="2636621"/>
            <a:ext cx="9347689" cy="2730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622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Continuando no arquivo </a:t>
            </a:r>
            <a:r>
              <a:rPr lang="pt-BR" dirty="0" err="1" smtClean="0"/>
              <a:t>ts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980" y="2525606"/>
            <a:ext cx="9284131" cy="310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484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5133" y="1961322"/>
            <a:ext cx="8419527" cy="349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32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7162" y="2220230"/>
            <a:ext cx="7573432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669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Criar o botão cancelar e incluir o campo Marca na API.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25000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3570</TotalTime>
  <Words>26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PWIII - ANGULAR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Unifesp</dc:creator>
  <cp:lastModifiedBy>Unifesp</cp:lastModifiedBy>
  <cp:revision>184</cp:revision>
  <dcterms:created xsi:type="dcterms:W3CDTF">2022-02-10T02:47:22Z</dcterms:created>
  <dcterms:modified xsi:type="dcterms:W3CDTF">2025-05-27T02:59:53Z</dcterms:modified>
</cp:coreProperties>
</file>