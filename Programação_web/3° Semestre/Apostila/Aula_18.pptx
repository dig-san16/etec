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10/06/2025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7323" y="1417983"/>
            <a:ext cx="11224590" cy="5035826"/>
          </a:xfrm>
        </p:spPr>
        <p:txBody>
          <a:bodyPr>
            <a:normAutofit fontScale="62500" lnSpcReduction="20000"/>
          </a:bodyPr>
          <a:lstStyle/>
          <a:p>
            <a:r>
              <a:rPr lang="pt-BR" dirty="0" smtClean="0"/>
              <a:t>Vamos realizar duas importações o @</a:t>
            </a:r>
            <a:r>
              <a:rPr lang="pt-BR" dirty="0" err="1" smtClean="0"/>
              <a:t>Entity</a:t>
            </a:r>
            <a:r>
              <a:rPr lang="pt-BR" dirty="0" smtClean="0"/>
              <a:t> e a @</a:t>
            </a:r>
            <a:r>
              <a:rPr lang="pt-BR" dirty="0" err="1" smtClean="0"/>
              <a:t>Table</a:t>
            </a:r>
            <a:r>
              <a:rPr lang="pt-BR" dirty="0" smtClean="0"/>
              <a:t> o Jakarta.</a:t>
            </a:r>
          </a:p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br.com.projeto.api.modelo</a:t>
            </a:r>
            <a:r>
              <a:rPr lang="pt-BR" dirty="0" smtClean="0"/>
              <a:t>;</a:t>
            </a:r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jakarta.persistence.Entity</a:t>
            </a:r>
            <a:r>
              <a:rPr lang="pt-BR" dirty="0" smtClean="0"/>
              <a:t>;</a:t>
            </a:r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/>
              <a:t>jakarta.persistence.Table</a:t>
            </a:r>
            <a:r>
              <a:rPr lang="pt-BR" dirty="0"/>
              <a:t>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@</a:t>
            </a:r>
            <a:r>
              <a:rPr lang="pt-BR" dirty="0" err="1"/>
              <a:t>Entity</a:t>
            </a:r>
            <a:endParaRPr lang="pt-BR" dirty="0"/>
          </a:p>
          <a:p>
            <a:r>
              <a:rPr lang="pt-BR" dirty="0"/>
              <a:t>@</a:t>
            </a:r>
            <a:r>
              <a:rPr lang="pt-BR" dirty="0" err="1"/>
              <a:t>Table</a:t>
            </a:r>
            <a:r>
              <a:rPr lang="pt-BR" dirty="0"/>
              <a:t>(</a:t>
            </a:r>
            <a:r>
              <a:rPr lang="pt-BR" dirty="0" err="1"/>
              <a:t>name</a:t>
            </a:r>
            <a:r>
              <a:rPr lang="pt-BR" dirty="0"/>
              <a:t>="clientes")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cliente </a:t>
            </a:r>
            <a:r>
              <a:rPr lang="pt-BR" dirty="0" smtClean="0"/>
              <a:t>{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long</a:t>
            </a:r>
            <a:r>
              <a:rPr lang="pt-BR" dirty="0"/>
              <a:t> </a:t>
            </a:r>
            <a:r>
              <a:rPr lang="pt-BR" dirty="0" err="1"/>
              <a:t>codigo</a:t>
            </a:r>
            <a:r>
              <a:rPr lang="pt-BR" dirty="0"/>
              <a:t>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cidade</a:t>
            </a:r>
            <a:r>
              <a:rPr lang="pt-BR" dirty="0" smtClean="0"/>
              <a:t>;</a:t>
            </a:r>
            <a:r>
              <a:rPr lang="pt-BR" dirty="0"/>
              <a:t> </a:t>
            </a:r>
            <a:r>
              <a:rPr lang="pt-BR" dirty="0" smtClean="0"/>
              <a:t> </a:t>
            </a:r>
            <a:endParaRPr lang="pt-BR" dirty="0"/>
          </a:p>
          <a:p>
            <a:r>
              <a:rPr lang="pt-BR" dirty="0" smtClean="0"/>
              <a:t>}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321" y="2134837"/>
            <a:ext cx="6165420" cy="408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 gente precisaria incluir o </a:t>
            </a:r>
            <a:r>
              <a:rPr lang="pt-BR" dirty="0" err="1" smtClean="0"/>
              <a:t>get</a:t>
            </a:r>
            <a:r>
              <a:rPr lang="pt-BR" dirty="0" smtClean="0"/>
              <a:t> e o set para retirar esse erro, porém como estamos utilizando o </a:t>
            </a:r>
            <a:r>
              <a:rPr lang="pt-BR" dirty="0" err="1" smtClean="0"/>
              <a:t>lombok</a:t>
            </a:r>
            <a:r>
              <a:rPr lang="pt-BR" dirty="0" smtClean="0"/>
              <a:t> vamos incluir uma </a:t>
            </a:r>
            <a:r>
              <a:rPr lang="pt-BR" dirty="0" err="1" smtClean="0"/>
              <a:t>anotation</a:t>
            </a:r>
            <a:r>
              <a:rPr lang="pt-BR" dirty="0" smtClean="0"/>
              <a:t>.</a:t>
            </a:r>
          </a:p>
          <a:p>
            <a:r>
              <a:rPr lang="pt-BR" dirty="0"/>
              <a:t>@</a:t>
            </a:r>
            <a:r>
              <a:rPr lang="pt-BR" dirty="0" err="1"/>
              <a:t>Getter</a:t>
            </a:r>
            <a:endParaRPr lang="pt-BR" dirty="0"/>
          </a:p>
          <a:p>
            <a:r>
              <a:rPr lang="pt-BR" dirty="0"/>
              <a:t>@</a:t>
            </a:r>
            <a:r>
              <a:rPr lang="pt-BR" dirty="0" err="1"/>
              <a:t>Setter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417" y="2738827"/>
            <a:ext cx="5125165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utilizar a </a:t>
            </a:r>
            <a:r>
              <a:rPr lang="pt-BR" dirty="0" err="1" smtClean="0"/>
              <a:t>anotation</a:t>
            </a:r>
            <a:r>
              <a:rPr lang="pt-BR" dirty="0" smtClean="0"/>
              <a:t> @Id do Jakarta para que o nosso </a:t>
            </a:r>
            <a:r>
              <a:rPr lang="pt-BR" dirty="0" err="1" smtClean="0"/>
              <a:t>Jpa</a:t>
            </a:r>
            <a:r>
              <a:rPr lang="pt-BR" dirty="0" smtClean="0"/>
              <a:t> entenda a chave primária e  vamos utilizar o </a:t>
            </a:r>
            <a:r>
              <a:rPr lang="pt-BR" dirty="0" err="1" smtClean="0"/>
              <a:t>generatedvalue</a:t>
            </a:r>
            <a:r>
              <a:rPr lang="pt-BR" dirty="0" smtClean="0"/>
              <a:t> para o </a:t>
            </a:r>
            <a:r>
              <a:rPr lang="pt-BR" dirty="0" err="1" smtClean="0"/>
              <a:t>autocomplete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545" y="3310635"/>
            <a:ext cx="5372850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8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implementar o nosso arquivo repositório.java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47" y="2813661"/>
            <a:ext cx="8940105" cy="30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4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 objeto no controle.java para cadastrar, selecionar e remover os clientes e para não precisar incluir em cada rota.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464" y="3113841"/>
            <a:ext cx="6126580" cy="320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7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7170" y="1335295"/>
            <a:ext cx="10515600" cy="4351338"/>
          </a:xfrm>
        </p:spPr>
        <p:txBody>
          <a:bodyPr/>
          <a:lstStyle/>
          <a:p>
            <a:r>
              <a:rPr lang="pt-BR" dirty="0" smtClean="0"/>
              <a:t>Agora vamos configurar a rota responsável pelo cadastro de clientes.</a:t>
            </a:r>
          </a:p>
          <a:p>
            <a:r>
              <a:rPr lang="pt-BR" dirty="0" smtClean="0"/>
              <a:t> O c do objeto vai levar as informações de código, nome, cidade, idade.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103" y="2370602"/>
            <a:ext cx="7544853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rodar no </a:t>
            </a:r>
            <a:r>
              <a:rPr lang="pt-BR" dirty="0" err="1" smtClean="0"/>
              <a:t>apiapplication</a:t>
            </a:r>
            <a:r>
              <a:rPr lang="pt-BR" dirty="0"/>
              <a:t> </a:t>
            </a:r>
            <a:r>
              <a:rPr lang="pt-BR" dirty="0" smtClean="0"/>
              <a:t>e vamos utilizar o </a:t>
            </a:r>
            <a:r>
              <a:rPr lang="pt-BR" dirty="0" err="1" smtClean="0"/>
              <a:t>thunderclient</a:t>
            </a:r>
            <a:r>
              <a:rPr lang="pt-BR" dirty="0" smtClean="0"/>
              <a:t>.</a:t>
            </a:r>
          </a:p>
          <a:p>
            <a:r>
              <a:rPr lang="pt-BR" dirty="0" smtClean="0"/>
              <a:t>Vamos fazer uma nova requisição.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04" y="3075279"/>
            <a:ext cx="9616362" cy="345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Vamos alterar o método para post e vamos no campo </a:t>
            </a:r>
            <a:r>
              <a:rPr lang="pt-BR" dirty="0" err="1" smtClean="0"/>
              <a:t>body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062" y="2337852"/>
            <a:ext cx="6582694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6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Depois de preenchido vamos clicar em </a:t>
            </a:r>
            <a:r>
              <a:rPr lang="pt-BR" dirty="0" err="1" smtClean="0"/>
              <a:t>send</a:t>
            </a:r>
            <a:r>
              <a:rPr lang="pt-BR" dirty="0" smtClean="0"/>
              <a:t> para enviar a informação.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4752"/>
            <a:ext cx="9802593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0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4090</TotalTime>
  <Words>183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208</cp:revision>
  <dcterms:created xsi:type="dcterms:W3CDTF">2022-02-10T02:47:22Z</dcterms:created>
  <dcterms:modified xsi:type="dcterms:W3CDTF">2025-06-10T18:10:00Z</dcterms:modified>
</cp:coreProperties>
</file>